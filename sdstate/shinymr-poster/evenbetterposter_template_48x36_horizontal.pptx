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268D1-0980-4363-A03C-D7EFE0FAF3C8}" v="55" dt="2025-07-23T00:44:31.687"/>
    <p1510:client id="{772B8E87-9B1A-4297-8F67-65699622A43E}" v="267" dt="2025-07-23T16:39:40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ehm, Fred" userId="2238274e-9046-4809-a4ae-17265f1edbb0" providerId="ADAL" clId="{593268D1-0980-4363-A03C-D7EFE0FAF3C8}"/>
    <pc:docChg chg="undo custSel delSld delMainMaster modMainMaster">
      <pc:chgData name="Boehm, Fred" userId="2238274e-9046-4809-a4ae-17265f1edbb0" providerId="ADAL" clId="{593268D1-0980-4363-A03C-D7EFE0FAF3C8}" dt="2025-07-23T00:44:31.687" v="760" actId="47"/>
      <pc:docMkLst>
        <pc:docMk/>
      </pc:docMkLst>
      <pc:sldChg chg="del">
        <pc:chgData name="Boehm, Fred" userId="2238274e-9046-4809-a4ae-17265f1edbb0" providerId="ADAL" clId="{593268D1-0980-4363-A03C-D7EFE0FAF3C8}" dt="2025-07-23T00:44:31.687" v="760" actId="47"/>
        <pc:sldMkLst>
          <pc:docMk/>
          <pc:sldMk cId="1335575238" sldId="258"/>
        </pc:sldMkLst>
      </pc:sldChg>
      <pc:sldMasterChg chg="modSldLayout">
        <pc:chgData name="Boehm, Fred" userId="2238274e-9046-4809-a4ae-17265f1edbb0" providerId="ADAL" clId="{593268D1-0980-4363-A03C-D7EFE0FAF3C8}" dt="2025-07-23T00:40:41.871" v="759" actId="478"/>
        <pc:sldMasterMkLst>
          <pc:docMk/>
          <pc:sldMasterMk cId="3349930095" sldId="2147483650"/>
        </pc:sldMasterMkLst>
        <pc:sldLayoutChg chg="addSp delSp modSp mod">
          <pc:chgData name="Boehm, Fred" userId="2238274e-9046-4809-a4ae-17265f1edbb0" providerId="ADAL" clId="{593268D1-0980-4363-A03C-D7EFE0FAF3C8}" dt="2025-07-23T00:40:41.871" v="759" actId="478"/>
          <pc:sldLayoutMkLst>
            <pc:docMk/>
            <pc:sldMasterMk cId="3349930095" sldId="2147483650"/>
            <pc:sldLayoutMk cId="3024670603" sldId="2147483651"/>
          </pc:sldLayoutMkLst>
          <pc:spChg chg="add mod">
            <ac:chgData name="Boehm, Fred" userId="2238274e-9046-4809-a4ae-17265f1edbb0" providerId="ADAL" clId="{593268D1-0980-4363-A03C-D7EFE0FAF3C8}" dt="2025-07-21T18:27:26.651" v="156" actId="20577"/>
            <ac:spMkLst>
              <pc:docMk/>
              <pc:sldMasterMk cId="3349930095" sldId="2147483650"/>
              <pc:sldLayoutMk cId="3024670603" sldId="2147483651"/>
              <ac:spMk id="3" creationId="{C1695F24-F9C5-394B-8C86-AB9E22C6AF0B}"/>
            </ac:spMkLst>
          </pc:spChg>
          <pc:spChg chg="add mod">
            <ac:chgData name="Boehm, Fred" userId="2238274e-9046-4809-a4ae-17265f1edbb0" providerId="ADAL" clId="{593268D1-0980-4363-A03C-D7EFE0FAF3C8}" dt="2025-07-21T18:28:08.742" v="169" actId="1035"/>
            <ac:spMkLst>
              <pc:docMk/>
              <pc:sldMasterMk cId="3349930095" sldId="2147483650"/>
              <pc:sldLayoutMk cId="3024670603" sldId="2147483651"/>
              <ac:spMk id="4" creationId="{D8524DE5-907F-1D16-BFD6-B5F4083C5FA0}"/>
            </ac:spMkLst>
          </pc:spChg>
          <pc:spChg chg="mod">
            <ac:chgData name="Boehm, Fred" userId="2238274e-9046-4809-a4ae-17265f1edbb0" providerId="ADAL" clId="{593268D1-0980-4363-A03C-D7EFE0FAF3C8}" dt="2025-07-21T18:28:21.303" v="171" actId="1076"/>
            <ac:spMkLst>
              <pc:docMk/>
              <pc:sldMasterMk cId="3349930095" sldId="2147483650"/>
              <pc:sldLayoutMk cId="3024670603" sldId="2147483651"/>
              <ac:spMk id="7" creationId="{B41454FA-518F-7C49-9DB2-33E6102D94AB}"/>
            </ac:spMkLst>
          </pc:spChg>
          <pc:spChg chg="mod">
            <ac:chgData name="Boehm, Fred" userId="2238274e-9046-4809-a4ae-17265f1edbb0" providerId="ADAL" clId="{593268D1-0980-4363-A03C-D7EFE0FAF3C8}" dt="2025-07-21T18:26:18.095" v="35" actId="20577"/>
            <ac:spMkLst>
              <pc:docMk/>
              <pc:sldMasterMk cId="3349930095" sldId="2147483650"/>
              <pc:sldLayoutMk cId="3024670603" sldId="2147483651"/>
              <ac:spMk id="8" creationId="{5A5F34A2-4F5E-0D4C-8841-759A505F784E}"/>
            </ac:spMkLst>
          </pc:spChg>
          <pc:spChg chg="mod">
            <ac:chgData name="Boehm, Fred" userId="2238274e-9046-4809-a4ae-17265f1edbb0" providerId="ADAL" clId="{593268D1-0980-4363-A03C-D7EFE0FAF3C8}" dt="2025-07-23T00:40:15.657" v="758"/>
            <ac:spMkLst>
              <pc:docMk/>
              <pc:sldMasterMk cId="3349930095" sldId="2147483650"/>
              <pc:sldLayoutMk cId="3024670603" sldId="2147483651"/>
              <ac:spMk id="12" creationId="{99F9024E-28D5-2444-9093-AD742C8CED5C}"/>
            </ac:spMkLst>
          </pc:spChg>
          <pc:spChg chg="add mod">
            <ac:chgData name="Boehm, Fred" userId="2238274e-9046-4809-a4ae-17265f1edbb0" providerId="ADAL" clId="{593268D1-0980-4363-A03C-D7EFE0FAF3C8}" dt="2025-07-21T18:30:14.713" v="198"/>
            <ac:spMkLst>
              <pc:docMk/>
              <pc:sldMasterMk cId="3349930095" sldId="2147483650"/>
              <pc:sldLayoutMk cId="3024670603" sldId="2147483651"/>
              <ac:spMk id="18" creationId="{1C10C4E7-6B17-B46F-A18F-CB7AABAA04B7}"/>
            </ac:spMkLst>
          </pc:spChg>
          <pc:spChg chg="add mod">
            <ac:chgData name="Boehm, Fred" userId="2238274e-9046-4809-a4ae-17265f1edbb0" providerId="ADAL" clId="{593268D1-0980-4363-A03C-D7EFE0FAF3C8}" dt="2025-07-21T19:59:31.657" v="670" actId="20577"/>
            <ac:spMkLst>
              <pc:docMk/>
              <pc:sldMasterMk cId="3349930095" sldId="2147483650"/>
              <pc:sldLayoutMk cId="3024670603" sldId="2147483651"/>
              <ac:spMk id="19" creationId="{C1181329-60E9-BC42-6638-752441A97202}"/>
            </ac:spMkLst>
          </pc:spChg>
          <pc:spChg chg="add mod">
            <ac:chgData name="Boehm, Fred" userId="2238274e-9046-4809-a4ae-17265f1edbb0" providerId="ADAL" clId="{593268D1-0980-4363-A03C-D7EFE0FAF3C8}" dt="2025-07-21T18:31:49.770" v="231" actId="1036"/>
            <ac:spMkLst>
              <pc:docMk/>
              <pc:sldMasterMk cId="3349930095" sldId="2147483650"/>
              <pc:sldLayoutMk cId="3024670603" sldId="2147483651"/>
              <ac:spMk id="20" creationId="{94644A13-2D08-8221-AF5C-C2788C6A5C73}"/>
            </ac:spMkLst>
          </pc:spChg>
          <pc:spChg chg="add mod">
            <ac:chgData name="Boehm, Fred" userId="2238274e-9046-4809-a4ae-17265f1edbb0" providerId="ADAL" clId="{593268D1-0980-4363-A03C-D7EFE0FAF3C8}" dt="2025-07-21T19:59:53.557" v="671" actId="20577"/>
            <ac:spMkLst>
              <pc:docMk/>
              <pc:sldMasterMk cId="3349930095" sldId="2147483650"/>
              <pc:sldLayoutMk cId="3024670603" sldId="2147483651"/>
              <ac:spMk id="21" creationId="{D9B1A15C-F2C2-4BAA-1FB6-B0A6BCCA1165}"/>
            </ac:spMkLst>
          </pc:spChg>
          <pc:spChg chg="add mod">
            <ac:chgData name="Boehm, Fred" userId="2238274e-9046-4809-a4ae-17265f1edbb0" providerId="ADAL" clId="{593268D1-0980-4363-A03C-D7EFE0FAF3C8}" dt="2025-07-21T18:37:30.935" v="669" actId="20577"/>
            <ac:spMkLst>
              <pc:docMk/>
              <pc:sldMasterMk cId="3349930095" sldId="2147483650"/>
              <pc:sldLayoutMk cId="3024670603" sldId="2147483651"/>
              <ac:spMk id="22" creationId="{BB8EAB89-28EE-7C39-DA2B-EAB886A807E7}"/>
            </ac:spMkLst>
          </pc:spChg>
          <pc:spChg chg="add mod">
            <ac:chgData name="Boehm, Fred" userId="2238274e-9046-4809-a4ae-17265f1edbb0" providerId="ADAL" clId="{593268D1-0980-4363-A03C-D7EFE0FAF3C8}" dt="2025-07-21T20:00:24.544" v="706" actId="20577"/>
            <ac:spMkLst>
              <pc:docMk/>
              <pc:sldMasterMk cId="3349930095" sldId="2147483650"/>
              <pc:sldLayoutMk cId="3024670603" sldId="2147483651"/>
              <ac:spMk id="23" creationId="{B6178E92-55E7-669C-1BD5-EB05AFA01226}"/>
            </ac:spMkLst>
          </pc:spChg>
          <pc:spChg chg="mod">
            <ac:chgData name="Boehm, Fred" userId="2238274e-9046-4809-a4ae-17265f1edbb0" providerId="ADAL" clId="{593268D1-0980-4363-A03C-D7EFE0FAF3C8}" dt="2025-07-21T18:29:30.857" v="193" actId="1036"/>
            <ac:spMkLst>
              <pc:docMk/>
              <pc:sldMasterMk cId="3349930095" sldId="2147483650"/>
              <pc:sldLayoutMk cId="3024670603" sldId="2147483651"/>
              <ac:spMk id="31" creationId="{2500F69A-1A1B-8547-8D3A-224F57093DE7}"/>
            </ac:spMkLst>
          </pc:spChg>
          <pc:spChg chg="del">
            <ac:chgData name="Boehm, Fred" userId="2238274e-9046-4809-a4ae-17265f1edbb0" providerId="ADAL" clId="{593268D1-0980-4363-A03C-D7EFE0FAF3C8}" dt="2025-07-23T00:40:41.871" v="759" actId="478"/>
            <ac:spMkLst>
              <pc:docMk/>
              <pc:sldMasterMk cId="3349930095" sldId="2147483650"/>
              <pc:sldLayoutMk cId="3024670603" sldId="2147483651"/>
              <ac:spMk id="46" creationId="{53500D44-27E0-DC40-9EA9-D28CC9E25A51}"/>
            </ac:spMkLst>
          </pc:spChg>
          <pc:spChg chg="del">
            <ac:chgData name="Boehm, Fred" userId="2238274e-9046-4809-a4ae-17265f1edbb0" providerId="ADAL" clId="{593268D1-0980-4363-A03C-D7EFE0FAF3C8}" dt="2025-07-23T00:33:38.266" v="726" actId="478"/>
            <ac:spMkLst>
              <pc:docMk/>
              <pc:sldMasterMk cId="3349930095" sldId="2147483650"/>
              <pc:sldLayoutMk cId="3024670603" sldId="2147483651"/>
              <ac:spMk id="62" creationId="{53B1F90C-564B-9549-B088-B6FFAE6EFE55}"/>
            </ac:spMkLst>
          </pc:spChg>
          <pc:picChg chg="add mod">
            <ac:chgData name="Boehm, Fred" userId="2238274e-9046-4809-a4ae-17265f1edbb0" providerId="ADAL" clId="{593268D1-0980-4363-A03C-D7EFE0FAF3C8}" dt="2025-07-21T18:29:12.170" v="179" actId="962"/>
            <ac:picMkLst>
              <pc:docMk/>
              <pc:sldMasterMk cId="3349930095" sldId="2147483650"/>
              <pc:sldLayoutMk cId="3024670603" sldId="2147483651"/>
              <ac:picMk id="6" creationId="{7E1CD7CA-C57A-36B5-7D1E-E5818016B144}"/>
            </ac:picMkLst>
          </pc:picChg>
          <pc:picChg chg="mod">
            <ac:chgData name="Boehm, Fred" userId="2238274e-9046-4809-a4ae-17265f1edbb0" providerId="ADAL" clId="{593268D1-0980-4363-A03C-D7EFE0FAF3C8}" dt="2025-07-23T00:33:20.872" v="725" actId="1036"/>
            <ac:picMkLst>
              <pc:docMk/>
              <pc:sldMasterMk cId="3349930095" sldId="2147483650"/>
              <pc:sldLayoutMk cId="3024670603" sldId="2147483651"/>
              <ac:picMk id="34" creationId="{F0D56D64-A0ED-9268-F237-102A7659FC47}"/>
            </ac:picMkLst>
          </pc:picChg>
        </pc:sldLayoutChg>
      </pc:sldMasterChg>
      <pc:sldMasterChg chg="del">
        <pc:chgData name="Boehm, Fred" userId="2238274e-9046-4809-a4ae-17265f1edbb0" providerId="ADAL" clId="{593268D1-0980-4363-A03C-D7EFE0FAF3C8}" dt="2025-07-21T18:32:45.817" v="236" actId="2696"/>
        <pc:sldMasterMkLst>
          <pc:docMk/>
          <pc:sldMasterMk cId="674195218" sldId="2147483652"/>
        </pc:sldMasterMkLst>
      </pc:sldMasterChg>
    </pc:docChg>
  </pc:docChgLst>
  <pc:docChgLst>
    <pc:chgData name="Boehm, Fred" userId="2238274e-9046-4809-a4ae-17265f1edbb0" providerId="ADAL" clId="{772B8E87-9B1A-4297-8F67-65699622A43E}"/>
    <pc:docChg chg="undo custSel addSld modSld addMainMaster delMainMaster modMainMaster">
      <pc:chgData name="Boehm, Fred" userId="2238274e-9046-4809-a4ae-17265f1edbb0" providerId="ADAL" clId="{772B8E87-9B1A-4297-8F67-65699622A43E}" dt="2025-07-23T16:42:31.452" v="1922" actId="1037"/>
      <pc:docMkLst>
        <pc:docMk/>
      </pc:docMkLst>
      <pc:sldChg chg="addSp delSp modSp mod">
        <pc:chgData name="Boehm, Fred" userId="2238274e-9046-4809-a4ae-17265f1edbb0" providerId="ADAL" clId="{772B8E87-9B1A-4297-8F67-65699622A43E}" dt="2025-07-23T16:30:30.665" v="1688" actId="478"/>
        <pc:sldMkLst>
          <pc:docMk/>
          <pc:sldMk cId="612396025" sldId="257"/>
        </pc:sldMkLst>
        <pc:spChg chg="mod">
          <ac:chgData name="Boehm, Fred" userId="2238274e-9046-4809-a4ae-17265f1edbb0" providerId="ADAL" clId="{772B8E87-9B1A-4297-8F67-65699622A43E}" dt="2025-07-21T16:56:17.462" v="1054" actId="21"/>
          <ac:spMkLst>
            <pc:docMk/>
            <pc:sldMk cId="612396025" sldId="257"/>
            <ac:spMk id="126" creationId="{8480BB67-A302-8248-A401-67AEC4B1B6DC}"/>
          </ac:spMkLst>
        </pc:spChg>
        <pc:spChg chg="mod">
          <ac:chgData name="Boehm, Fred" userId="2238274e-9046-4809-a4ae-17265f1edbb0" providerId="ADAL" clId="{772B8E87-9B1A-4297-8F67-65699622A43E}" dt="2025-07-21T16:52:52.132" v="1043" actId="14100"/>
          <ac:spMkLst>
            <pc:docMk/>
            <pc:sldMk cId="612396025" sldId="257"/>
            <ac:spMk id="127" creationId="{90F55E0D-BD72-6E43-9F05-1FDA3B951837}"/>
          </ac:spMkLst>
        </pc:spChg>
        <pc:spChg chg="mod">
          <ac:chgData name="Boehm, Fred" userId="2238274e-9046-4809-a4ae-17265f1edbb0" providerId="ADAL" clId="{772B8E87-9B1A-4297-8F67-65699622A43E}" dt="2025-07-21T16:56:00.295" v="1052" actId="21"/>
          <ac:spMkLst>
            <pc:docMk/>
            <pc:sldMk cId="612396025" sldId="257"/>
            <ac:spMk id="128" creationId="{09FEF025-A7D3-DD45-B93B-842D9C16D2C2}"/>
          </ac:spMkLst>
        </pc:spChg>
        <pc:spChg chg="mod">
          <ac:chgData name="Boehm, Fred" userId="2238274e-9046-4809-a4ae-17265f1edbb0" providerId="ADAL" clId="{772B8E87-9B1A-4297-8F67-65699622A43E}" dt="2025-07-21T16:55:28.763" v="1049" actId="21"/>
          <ac:spMkLst>
            <pc:docMk/>
            <pc:sldMk cId="612396025" sldId="257"/>
            <ac:spMk id="129" creationId="{0B3C3EFE-9AA7-6C40-8A26-3A3195820AB5}"/>
          </ac:spMkLst>
        </pc:spChg>
        <pc:spChg chg="del mod">
          <ac:chgData name="Boehm, Fred" userId="2238274e-9046-4809-a4ae-17265f1edbb0" providerId="ADAL" clId="{772B8E87-9B1A-4297-8F67-65699622A43E}" dt="2025-07-23T16:30:23.904" v="1687" actId="478"/>
          <ac:spMkLst>
            <pc:docMk/>
            <pc:sldMk cId="612396025" sldId="257"/>
            <ac:spMk id="134" creationId="{0AB06238-A7DC-7841-95E2-FD60C715B0DD}"/>
          </ac:spMkLst>
        </pc:spChg>
        <pc:spChg chg="del">
          <ac:chgData name="Boehm, Fred" userId="2238274e-9046-4809-a4ae-17265f1edbb0" providerId="ADAL" clId="{772B8E87-9B1A-4297-8F67-65699622A43E}" dt="2025-07-23T16:30:30.665" v="1688" actId="478"/>
          <ac:spMkLst>
            <pc:docMk/>
            <pc:sldMk cId="612396025" sldId="257"/>
            <ac:spMk id="137" creationId="{0F83BE3B-C858-FA44-AF9E-618FB21E0560}"/>
          </ac:spMkLst>
        </pc:spChg>
      </pc:sldChg>
      <pc:sldChg chg="addSp delSp modSp new mod">
        <pc:chgData name="Boehm, Fred" userId="2238274e-9046-4809-a4ae-17265f1edbb0" providerId="ADAL" clId="{772B8E87-9B1A-4297-8F67-65699622A43E}" dt="2025-07-23T16:31:06.241" v="1690" actId="478"/>
        <pc:sldMkLst>
          <pc:docMk/>
          <pc:sldMk cId="1335575238" sldId="258"/>
        </pc:sldMkLst>
        <pc:spChg chg="mod">
          <ac:chgData name="Boehm, Fred" userId="2238274e-9046-4809-a4ae-17265f1edbb0" providerId="ADAL" clId="{772B8E87-9B1A-4297-8F67-65699622A43E}" dt="2025-07-21T16:56:23.005" v="1055"/>
          <ac:spMkLst>
            <pc:docMk/>
            <pc:sldMk cId="1335575238" sldId="258"/>
            <ac:spMk id="2" creationId="{3187EC73-F133-DCB6-2783-E899AFD66147}"/>
          </ac:spMkLst>
        </pc:spChg>
        <pc:spChg chg="mod">
          <ac:chgData name="Boehm, Fred" userId="2238274e-9046-4809-a4ae-17265f1edbb0" providerId="ADAL" clId="{772B8E87-9B1A-4297-8F67-65699622A43E}" dt="2025-07-21T16:56:05.837" v="1053"/>
          <ac:spMkLst>
            <pc:docMk/>
            <pc:sldMk cId="1335575238" sldId="258"/>
            <ac:spMk id="4" creationId="{24BBC2DE-FB7F-1FC1-196F-A6E1B722E731}"/>
          </ac:spMkLst>
        </pc:spChg>
        <pc:spChg chg="mod">
          <ac:chgData name="Boehm, Fred" userId="2238274e-9046-4809-a4ae-17265f1edbb0" providerId="ADAL" clId="{772B8E87-9B1A-4297-8F67-65699622A43E}" dt="2025-07-21T16:55:39.719" v="1051" actId="14100"/>
          <ac:spMkLst>
            <pc:docMk/>
            <pc:sldMk cId="1335575238" sldId="258"/>
            <ac:spMk id="5" creationId="{439ED53A-FF7D-B757-7123-4FC8216F3A4A}"/>
          </ac:spMkLst>
        </pc:spChg>
        <pc:spChg chg="del">
          <ac:chgData name="Boehm, Fred" userId="2238274e-9046-4809-a4ae-17265f1edbb0" providerId="ADAL" clId="{772B8E87-9B1A-4297-8F67-65699622A43E}" dt="2025-07-23T16:31:06.241" v="1690" actId="478"/>
          <ac:spMkLst>
            <pc:docMk/>
            <pc:sldMk cId="1335575238" sldId="258"/>
            <ac:spMk id="6" creationId="{8903A857-D520-4010-2113-9397BBD69FC0}"/>
          </ac:spMkLst>
        </pc:spChg>
        <pc:spChg chg="del">
          <ac:chgData name="Boehm, Fred" userId="2238274e-9046-4809-a4ae-17265f1edbb0" providerId="ADAL" clId="{772B8E87-9B1A-4297-8F67-65699622A43E}" dt="2025-07-23T16:30:50.849" v="1689" actId="478"/>
          <ac:spMkLst>
            <pc:docMk/>
            <pc:sldMk cId="1335575238" sldId="258"/>
            <ac:spMk id="13" creationId="{BD3BB4A0-B727-35CE-642C-33C08FB610C1}"/>
          </ac:spMkLst>
        </pc:spChg>
        <pc:picChg chg="add mod">
          <ac:chgData name="Boehm, Fred" userId="2238274e-9046-4809-a4ae-17265f1edbb0" providerId="ADAL" clId="{772B8E87-9B1A-4297-8F67-65699622A43E}" dt="2025-07-21T16:55:17.459" v="1048" actId="962"/>
          <ac:picMkLst>
            <pc:docMk/>
            <pc:sldMk cId="1335575238" sldId="258"/>
            <ac:picMk id="20" creationId="{F854A32A-3AED-3723-B979-5978C7066D24}"/>
          </ac:picMkLst>
        </pc:picChg>
      </pc:sldChg>
      <pc:sldMasterChg chg="modSldLayout">
        <pc:chgData name="Boehm, Fred" userId="2238274e-9046-4809-a4ae-17265f1edbb0" providerId="ADAL" clId="{772B8E87-9B1A-4297-8F67-65699622A43E}" dt="2025-07-23T16:42:31.452" v="1922" actId="1037"/>
        <pc:sldMasterMkLst>
          <pc:docMk/>
          <pc:sldMasterMk cId="3349930095" sldId="2147483650"/>
        </pc:sldMasterMkLst>
        <pc:sldLayoutChg chg="addSp delSp modSp mod">
          <pc:chgData name="Boehm, Fred" userId="2238274e-9046-4809-a4ae-17265f1edbb0" providerId="ADAL" clId="{772B8E87-9B1A-4297-8F67-65699622A43E}" dt="2025-07-23T16:42:31.452" v="1922" actId="1037"/>
          <pc:sldLayoutMkLst>
            <pc:docMk/>
            <pc:sldMasterMk cId="3349930095" sldId="2147483650"/>
            <pc:sldLayoutMk cId="3024670603" sldId="2147483651"/>
          </pc:sldLayoutMkLst>
          <pc:spChg chg="add mod">
            <ac:chgData name="Boehm, Fred" userId="2238274e-9046-4809-a4ae-17265f1edbb0" providerId="ADAL" clId="{772B8E87-9B1A-4297-8F67-65699622A43E}" dt="2025-07-23T16:32:08.002" v="1802" actId="20577"/>
            <ac:spMkLst>
              <pc:docMk/>
              <pc:sldMasterMk cId="3349930095" sldId="2147483650"/>
              <pc:sldLayoutMk cId="3024670603" sldId="2147483651"/>
              <ac:spMk id="2" creationId="{4FA87F6A-0122-1DA9-2481-EF668023C459}"/>
            </ac:spMkLst>
          </pc:spChg>
          <pc:spChg chg="mod">
            <ac:chgData name="Boehm, Fred" userId="2238274e-9046-4809-a4ae-17265f1edbb0" providerId="ADAL" clId="{772B8E87-9B1A-4297-8F67-65699622A43E}" dt="2025-07-23T16:42:14.692" v="1832" actId="1076"/>
            <ac:spMkLst>
              <pc:docMk/>
              <pc:sldMasterMk cId="3349930095" sldId="2147483650"/>
              <pc:sldLayoutMk cId="3024670603" sldId="2147483651"/>
              <ac:spMk id="12" creationId="{99F9024E-28D5-2444-9093-AD742C8CED5C}"/>
            </ac:spMkLst>
          </pc:spChg>
          <pc:spChg chg="mod">
            <ac:chgData name="Boehm, Fred" userId="2238274e-9046-4809-a4ae-17265f1edbb0" providerId="ADAL" clId="{772B8E87-9B1A-4297-8F67-65699622A43E}" dt="2025-07-23T16:27:37.140" v="1561" actId="1076"/>
            <ac:spMkLst>
              <pc:docMk/>
              <pc:sldMasterMk cId="3349930095" sldId="2147483650"/>
              <pc:sldLayoutMk cId="3024670603" sldId="2147483651"/>
              <ac:spMk id="19" creationId="{C1181329-60E9-BC42-6638-752441A97202}"/>
            </ac:spMkLst>
          </pc:spChg>
          <pc:spChg chg="mod">
            <ac:chgData name="Boehm, Fred" userId="2238274e-9046-4809-a4ae-17265f1edbb0" providerId="ADAL" clId="{772B8E87-9B1A-4297-8F67-65699622A43E}" dt="2025-07-23T16:42:31.452" v="1922" actId="1037"/>
            <ac:spMkLst>
              <pc:docMk/>
              <pc:sldMasterMk cId="3349930095" sldId="2147483650"/>
              <pc:sldLayoutMk cId="3024670603" sldId="2147483651"/>
              <ac:spMk id="46" creationId="{53500D44-27E0-DC40-9EA9-D28CC9E25A51}"/>
            </ac:spMkLst>
          </pc:spChg>
          <pc:spChg chg="del">
            <ac:chgData name="Boehm, Fred" userId="2238274e-9046-4809-a4ae-17265f1edbb0" providerId="ADAL" clId="{772B8E87-9B1A-4297-8F67-65699622A43E}" dt="2025-07-23T16:36:54.524" v="1804" actId="478"/>
            <ac:spMkLst>
              <pc:docMk/>
              <pc:sldMasterMk cId="3349930095" sldId="2147483650"/>
              <pc:sldLayoutMk cId="3024670603" sldId="2147483651"/>
              <ac:spMk id="51" creationId="{BBD5C682-C1BE-0C4C-A84D-7FD781D99A79}"/>
            </ac:spMkLst>
          </pc:spChg>
          <pc:spChg chg="del mod">
            <ac:chgData name="Boehm, Fred" userId="2238274e-9046-4809-a4ae-17265f1edbb0" providerId="ADAL" clId="{772B8E87-9B1A-4297-8F67-65699622A43E}" dt="2025-07-23T16:36:54.531" v="1806"/>
            <ac:spMkLst>
              <pc:docMk/>
              <pc:sldMasterMk cId="3349930095" sldId="2147483650"/>
              <pc:sldLayoutMk cId="3024670603" sldId="2147483651"/>
              <ac:spMk id="52" creationId="{47B9EEA4-58C1-9645-BEEE-DC0C5049DD14}"/>
            </ac:spMkLst>
          </pc:spChg>
          <pc:spChg chg="del mod">
            <ac:chgData name="Boehm, Fred" userId="2238274e-9046-4809-a4ae-17265f1edbb0" providerId="ADAL" clId="{772B8E87-9B1A-4297-8F67-65699622A43E}" dt="2025-07-23T16:28:47.390" v="1632" actId="478"/>
            <ac:spMkLst>
              <pc:docMk/>
              <pc:sldMasterMk cId="3349930095" sldId="2147483650"/>
              <pc:sldLayoutMk cId="3024670603" sldId="2147483651"/>
              <ac:spMk id="63" creationId="{DE6DF9F7-4C5B-D243-9FD6-C7BB0A97DC02}"/>
            </ac:spMkLst>
          </pc:spChg>
          <pc:spChg chg="del mod">
            <ac:chgData name="Boehm, Fred" userId="2238274e-9046-4809-a4ae-17265f1edbb0" providerId="ADAL" clId="{772B8E87-9B1A-4297-8F67-65699622A43E}" dt="2025-07-23T16:28:57.160" v="1662" actId="478"/>
            <ac:spMkLst>
              <pc:docMk/>
              <pc:sldMasterMk cId="3349930095" sldId="2147483650"/>
              <pc:sldLayoutMk cId="3024670603" sldId="2147483651"/>
              <ac:spMk id="64" creationId="{474A4179-A0DF-D444-B253-DB56FC149E1E}"/>
            </ac:spMkLst>
          </pc:spChg>
          <pc:spChg chg="del mod">
            <ac:chgData name="Boehm, Fred" userId="2238274e-9046-4809-a4ae-17265f1edbb0" providerId="ADAL" clId="{772B8E87-9B1A-4297-8F67-65699622A43E}" dt="2025-07-23T16:29:02.103" v="1684" actId="478"/>
            <ac:spMkLst>
              <pc:docMk/>
              <pc:sldMasterMk cId="3349930095" sldId="2147483650"/>
              <pc:sldLayoutMk cId="3024670603" sldId="2147483651"/>
              <ac:spMk id="65" creationId="{9F6B4A0A-C7E0-B54C-B788-E6938B025C58}"/>
            </ac:spMkLst>
          </pc:spChg>
          <pc:spChg chg="del">
            <ac:chgData name="Boehm, Fred" userId="2238274e-9046-4809-a4ae-17265f1edbb0" providerId="ADAL" clId="{772B8E87-9B1A-4297-8F67-65699622A43E}" dt="2025-07-23T16:40:25.308" v="1828" actId="478"/>
            <ac:spMkLst>
              <pc:docMk/>
              <pc:sldMasterMk cId="3349930095" sldId="2147483650"/>
              <pc:sldLayoutMk cId="3024670603" sldId="2147483651"/>
              <ac:spMk id="68" creationId="{EDBCCBAB-80FC-9940-8158-A00E1FB2D547}"/>
            </ac:spMkLst>
          </pc:spChg>
          <pc:spChg chg="del mod">
            <ac:chgData name="Boehm, Fred" userId="2238274e-9046-4809-a4ae-17265f1edbb0" providerId="ADAL" clId="{772B8E87-9B1A-4297-8F67-65699622A43E}" dt="2025-07-23T16:40:08.291" v="1826" actId="478"/>
            <ac:spMkLst>
              <pc:docMk/>
              <pc:sldMasterMk cId="3349930095" sldId="2147483650"/>
              <pc:sldLayoutMk cId="3024670603" sldId="2147483651"/>
              <ac:spMk id="69" creationId="{F70407B6-4DD6-DD41-B953-A358AE2B69EE}"/>
            </ac:spMkLst>
          </pc:spChg>
          <pc:picChg chg="add mod">
            <ac:chgData name="Boehm, Fred" userId="2238274e-9046-4809-a4ae-17265f1edbb0" providerId="ADAL" clId="{772B8E87-9B1A-4297-8F67-65699622A43E}" dt="2025-07-23T16:08:53.462" v="1067" actId="962"/>
            <ac:picMkLst>
              <pc:docMk/>
              <pc:sldMasterMk cId="3349930095" sldId="2147483650"/>
              <pc:sldLayoutMk cId="3024670603" sldId="2147483651"/>
              <ac:picMk id="5" creationId="{B462441D-FDF6-2629-AF98-55B5812C7AA1}"/>
            </ac:picMkLst>
          </pc:picChg>
          <pc:picChg chg="add mod">
            <ac:chgData name="Boehm, Fred" userId="2238274e-9046-4809-a4ae-17265f1edbb0" providerId="ADAL" clId="{772B8E87-9B1A-4297-8F67-65699622A43E}" dt="2025-07-23T16:10:31.576" v="1156" actId="1076"/>
            <ac:picMkLst>
              <pc:docMk/>
              <pc:sldMasterMk cId="3349930095" sldId="2147483650"/>
              <pc:sldLayoutMk cId="3024670603" sldId="2147483651"/>
              <ac:picMk id="25" creationId="{F693A7AE-E991-2021-DF6D-7732B3621A2F}"/>
            </ac:picMkLst>
          </pc:picChg>
          <pc:picChg chg="add mod">
            <ac:chgData name="Boehm, Fred" userId="2238274e-9046-4809-a4ae-17265f1edbb0" providerId="ADAL" clId="{772B8E87-9B1A-4297-8F67-65699622A43E}" dt="2025-07-23T16:40:28.620" v="1829" actId="1076"/>
            <ac:picMkLst>
              <pc:docMk/>
              <pc:sldMasterMk cId="3349930095" sldId="2147483650"/>
              <pc:sldLayoutMk cId="3024670603" sldId="2147483651"/>
              <ac:picMk id="26" creationId="{098A12D2-C2B5-C3E0-9908-4C6318B150C4}"/>
            </ac:picMkLst>
          </pc:picChg>
          <pc:picChg chg="add del mod">
            <ac:chgData name="Boehm, Fred" userId="2238274e-9046-4809-a4ae-17265f1edbb0" providerId="ADAL" clId="{772B8E87-9B1A-4297-8F67-65699622A43E}" dt="2025-07-23T16:16:12.019" v="1394" actId="478"/>
            <ac:picMkLst>
              <pc:docMk/>
              <pc:sldMasterMk cId="3349930095" sldId="2147483650"/>
              <pc:sldLayoutMk cId="3024670603" sldId="2147483651"/>
              <ac:picMk id="27" creationId="{E0BC4193-B47E-5381-00B5-ED31142EAABF}"/>
            </ac:picMkLst>
          </pc:picChg>
          <pc:picChg chg="add del mod">
            <ac:chgData name="Boehm, Fred" userId="2238274e-9046-4809-a4ae-17265f1edbb0" providerId="ADAL" clId="{772B8E87-9B1A-4297-8F67-65699622A43E}" dt="2025-07-23T16:39:32.636" v="1818" actId="478"/>
            <ac:picMkLst>
              <pc:docMk/>
              <pc:sldMasterMk cId="3349930095" sldId="2147483650"/>
              <pc:sldLayoutMk cId="3024670603" sldId="2147483651"/>
              <ac:picMk id="28" creationId="{CB0CDF1E-2991-0967-E763-BAA93E45E590}"/>
            </ac:picMkLst>
          </pc:picChg>
          <pc:picChg chg="add mod">
            <ac:chgData name="Boehm, Fred" userId="2238274e-9046-4809-a4ae-17265f1edbb0" providerId="ADAL" clId="{772B8E87-9B1A-4297-8F67-65699622A43E}" dt="2025-07-23T16:16:07.781" v="1393" actId="1035"/>
            <ac:picMkLst>
              <pc:docMk/>
              <pc:sldMasterMk cId="3349930095" sldId="2147483650"/>
              <pc:sldLayoutMk cId="3024670603" sldId="2147483651"/>
              <ac:picMk id="29" creationId="{AB610772-C4DD-340B-6317-74F9E92D89F8}"/>
            </ac:picMkLst>
          </pc:picChg>
          <pc:picChg chg="add mod">
            <ac:chgData name="Boehm, Fred" userId="2238274e-9046-4809-a4ae-17265f1edbb0" providerId="ADAL" clId="{772B8E87-9B1A-4297-8F67-65699622A43E}" dt="2025-07-23T16:18:57.208" v="1554" actId="1035"/>
            <ac:picMkLst>
              <pc:docMk/>
              <pc:sldMasterMk cId="3349930095" sldId="2147483650"/>
              <pc:sldLayoutMk cId="3024670603" sldId="2147483651"/>
              <ac:picMk id="33" creationId="{0A5320F2-C892-7B8D-B8FB-B781213D7AEC}"/>
            </ac:picMkLst>
          </pc:picChg>
          <pc:picChg chg="add mod">
            <ac:chgData name="Boehm, Fred" userId="2238274e-9046-4809-a4ae-17265f1edbb0" providerId="ADAL" clId="{772B8E87-9B1A-4297-8F67-65699622A43E}" dt="2025-07-23T16:40:33.591" v="1830" actId="1076"/>
            <ac:picMkLst>
              <pc:docMk/>
              <pc:sldMasterMk cId="3349930095" sldId="2147483650"/>
              <pc:sldLayoutMk cId="3024670603" sldId="2147483651"/>
              <ac:picMk id="34" creationId="{F0D56D64-A0ED-9268-F237-102A7659FC47}"/>
            </ac:picMkLst>
          </pc:picChg>
          <pc:picChg chg="add mod">
            <ac:chgData name="Boehm, Fred" userId="2238274e-9046-4809-a4ae-17265f1edbb0" providerId="ADAL" clId="{772B8E87-9B1A-4297-8F67-65699622A43E}" dt="2025-07-23T16:25:25.275" v="1560" actId="1076"/>
            <ac:picMkLst>
              <pc:docMk/>
              <pc:sldMasterMk cId="3349930095" sldId="2147483650"/>
              <pc:sldLayoutMk cId="3024670603" sldId="2147483651"/>
              <ac:picMk id="35" creationId="{2DFF13BE-8FBB-68F6-BB10-46ECAF577D47}"/>
            </ac:picMkLst>
          </pc:picChg>
        </pc:sldLayoutChg>
      </pc:sldMasterChg>
      <pc:sldMasterChg chg="new del mod addSldLayout delSldLayout">
        <pc:chgData name="Boehm, Fred" userId="2238274e-9046-4809-a4ae-17265f1edbb0" providerId="ADAL" clId="{772B8E87-9B1A-4297-8F67-65699622A43E}" dt="2025-07-23T16:30:08.617" v="1686" actId="6938"/>
        <pc:sldMasterMkLst>
          <pc:docMk/>
          <pc:sldMasterMk cId="4245478051" sldId="2147483652"/>
        </pc:sldMasterMkLst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1776558067" sldId="2147483653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859515662" sldId="2147483654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2241219833" sldId="2147483655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5478711" sldId="2147483656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3659474160" sldId="2147483657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4164168399" sldId="2147483658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2886108151" sldId="2147483659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2539470567" sldId="2147483660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1334502138" sldId="2147483661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1048461632" sldId="2147483662"/>
          </pc:sldLayoutMkLst>
        </pc:sldLayoutChg>
        <pc:sldLayoutChg chg="new del replId">
          <pc:chgData name="Boehm, Fred" userId="2238274e-9046-4809-a4ae-17265f1edbb0" providerId="ADAL" clId="{772B8E87-9B1A-4297-8F67-65699622A43E}" dt="2025-07-23T16:30:08.617" v="1686" actId="6938"/>
          <pc:sldLayoutMkLst>
            <pc:docMk/>
            <pc:sldMasterMk cId="4245478051" sldId="2147483652"/>
            <pc:sldLayoutMk cId="3070135087" sldId="21474836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1454FA-518F-7C49-9DB2-33E6102D94AB}"/>
              </a:ext>
            </a:extLst>
          </p:cNvPr>
          <p:cNvSpPr/>
          <p:nvPr userDrawn="1"/>
        </p:nvSpPr>
        <p:spPr>
          <a:xfrm>
            <a:off x="0" y="0"/>
            <a:ext cx="14630400" cy="3291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F34A2-4F5E-0D4C-8841-759A505F784E}"/>
              </a:ext>
            </a:extLst>
          </p:cNvPr>
          <p:cNvSpPr/>
          <p:nvPr userDrawn="1"/>
        </p:nvSpPr>
        <p:spPr>
          <a:xfrm>
            <a:off x="14630400" y="0"/>
            <a:ext cx="1463040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7E4F58-5FB1-FA4A-BAA6-EA4CAEB36108}"/>
              </a:ext>
            </a:extLst>
          </p:cNvPr>
          <p:cNvSpPr/>
          <p:nvPr userDrawn="1"/>
        </p:nvSpPr>
        <p:spPr>
          <a:xfrm>
            <a:off x="29260800" y="0"/>
            <a:ext cx="1463040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>
              <a:latin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E7694-C944-2B4F-967B-570E7831E5F3}"/>
              </a:ext>
            </a:extLst>
          </p:cNvPr>
          <p:cNvCxnSpPr>
            <a:cxnSpLocks/>
          </p:cNvCxnSpPr>
          <p:nvPr userDrawn="1"/>
        </p:nvCxnSpPr>
        <p:spPr>
          <a:xfrm>
            <a:off x="29260800" y="1371600"/>
            <a:ext cx="0" cy="5486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5379CA7-4754-EC4F-859D-F274034E74EE}"/>
              </a:ext>
            </a:extLst>
          </p:cNvPr>
          <p:cNvSpPr/>
          <p:nvPr userDrawn="1"/>
        </p:nvSpPr>
        <p:spPr>
          <a:xfrm>
            <a:off x="14630400" y="27432000"/>
            <a:ext cx="14630400" cy="548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58"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9024E-28D5-2444-9093-AD742C8CED5C}"/>
              </a:ext>
            </a:extLst>
          </p:cNvPr>
          <p:cNvSpPr/>
          <p:nvPr userDrawn="1"/>
        </p:nvSpPr>
        <p:spPr>
          <a:xfrm>
            <a:off x="29169360" y="27386137"/>
            <a:ext cx="14630400" cy="548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258">
                <a:solidFill>
                  <a:schemeClr val="tx1"/>
                </a:solidFill>
                <a:latin typeface="Calibri" panose="020F0502020204030204" pitchFamily="34" charset="0"/>
              </a:rPr>
              <a:t>References</a:t>
            </a:r>
          </a:p>
          <a:p>
            <a:pPr algn="l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Chang W, Cheng J, Allaire J, Sievert C,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</a:rPr>
              <a:t>Schloerke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 B, Xie Y, Allen J, McPherson J, Dipert A, Borges B (2024). _shiny:  Web Application Framework for R_. doi:10.32614/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</a:rPr>
              <a:t>CRAN.package.shiny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 &lt;https://doi.org/10.32614/CRAN.package.shiny&gt;, R  package version 1.10.0, &lt;https://CRAN.R-project.org/package=shiny&gt;.</a:t>
            </a:r>
          </a:p>
          <a:p>
            <a:pPr algn="l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Davey Smith, George, and Shah Ebrahim. "‘Mendelian randomization’: can genetic epidemiology contribute to understanding environmental determinants of disease?." International journal of epidemiology 32.1 (2003): 1-22.</a:t>
            </a:r>
          </a:p>
          <a:p>
            <a:pPr algn="l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Hartwig, Fernando Pires, et al. "Two-sample Mendelian randomization: avoiding the downsides of a powerful, widely applicable but potentially fallible technique." International journal of epidemiology 45.6 (2016): 1717-1726.</a:t>
            </a:r>
          </a:p>
          <a:p>
            <a:pPr algn="l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 Hemani G, Zheng J, Elsworth B, Wade KH, Baird D, Haberland V, Laurin C, Burgess S, Bowden J, Langdon R, Tan VY, 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</a:rPr>
              <a:t>Yarmolinsky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 J, Shihab HA, Timpson NJ, Evans DM, Relton C, Martin RM, Davey Smith G, Gaunt TR, Haycock PC, The MR-Base  Collaboration. The MR-Base platform supports systematic causal inference across the human phenome.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</a:rPr>
              <a:t>eLife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 2018;7:e34408. 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</a:rPr>
              <a:t>doi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: 10.7554/eLife.34408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56FA74-358C-9741-A899-010FBED1B22F}"/>
              </a:ext>
            </a:extLst>
          </p:cNvPr>
          <p:cNvCxnSpPr>
            <a:cxnSpLocks/>
          </p:cNvCxnSpPr>
          <p:nvPr userDrawn="1"/>
        </p:nvCxnSpPr>
        <p:spPr>
          <a:xfrm>
            <a:off x="29260800" y="28117800"/>
            <a:ext cx="0" cy="4114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45F151F-D5CC-804E-BFBC-F2F70BE845D1}"/>
              </a:ext>
            </a:extLst>
          </p:cNvPr>
          <p:cNvSpPr txBox="1"/>
          <p:nvPr userDrawn="1"/>
        </p:nvSpPr>
        <p:spPr>
          <a:xfrm>
            <a:off x="14721840" y="8228164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>
                <a:solidFill>
                  <a:schemeClr val="accent1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0D2C3-9838-1D46-A3B2-BCFE5F203DF6}"/>
              </a:ext>
            </a:extLst>
          </p:cNvPr>
          <p:cNvSpPr txBox="1"/>
          <p:nvPr userDrawn="1"/>
        </p:nvSpPr>
        <p:spPr>
          <a:xfrm>
            <a:off x="29352240" y="8228164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>
                <a:solidFill>
                  <a:schemeClr val="accent1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BAAE7B-D0B6-8C42-9A1C-B1FDEEBE9538}"/>
              </a:ext>
            </a:extLst>
          </p:cNvPr>
          <p:cNvSpPr txBox="1"/>
          <p:nvPr userDrawn="1"/>
        </p:nvSpPr>
        <p:spPr>
          <a:xfrm>
            <a:off x="14721840" y="17831503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>
                <a:solidFill>
                  <a:schemeClr val="accent1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15A414-5797-CF44-A4B0-F4D43A4B904C}"/>
              </a:ext>
            </a:extLst>
          </p:cNvPr>
          <p:cNvSpPr txBox="1"/>
          <p:nvPr userDrawn="1"/>
        </p:nvSpPr>
        <p:spPr>
          <a:xfrm>
            <a:off x="29352240" y="17831503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>
                <a:solidFill>
                  <a:schemeClr val="accent1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47811F-0ADF-DE4E-9DF1-486830ABD974}"/>
              </a:ext>
            </a:extLst>
          </p:cNvPr>
          <p:cNvSpPr txBox="1"/>
          <p:nvPr userDrawn="1"/>
        </p:nvSpPr>
        <p:spPr>
          <a:xfrm>
            <a:off x="457200" y="8229600"/>
            <a:ext cx="1371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chemeClr val="accent1"/>
                </a:solidFill>
                <a:latin typeface="Calibri" panose="020F0502020204030204" pitchFamily="34" charset="0"/>
              </a:rPr>
              <a:t>Graphical Abstract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00F69A-1A1B-8547-8D3A-224F57093DE7}"/>
              </a:ext>
            </a:extLst>
          </p:cNvPr>
          <p:cNvSpPr txBox="1"/>
          <p:nvPr userDrawn="1"/>
        </p:nvSpPr>
        <p:spPr>
          <a:xfrm>
            <a:off x="457200" y="27456148"/>
            <a:ext cx="1371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chemeClr val="accent1"/>
                </a:solidFill>
                <a:latin typeface="Calibri" panose="020F0502020204030204" pitchFamily="34" charset="0"/>
              </a:rPr>
              <a:t>Abstract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DC5F898A-9A25-6347-8BB8-DE9C79345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175200" y="987552"/>
            <a:ext cx="12801600" cy="6245352"/>
          </a:xfrm>
          <a:prstGeom prst="rect">
            <a:avLst/>
          </a:prstGeom>
        </p:spPr>
        <p:txBody>
          <a:bodyPr anchor="ctr"/>
          <a:lstStyle>
            <a:lvl1pPr marL="1142972" indent="-1142972">
              <a:buFont typeface="Arial" panose="020B0604020202020204" pitchFamily="34" charset="0"/>
              <a:buChar char="•"/>
              <a:defRPr sz="8000" b="0" i="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Highlight 1</a:t>
            </a:r>
          </a:p>
          <a:p>
            <a:pPr lvl="0"/>
            <a:endParaRPr lang="en-US"/>
          </a:p>
          <a:p>
            <a:pPr lvl="0"/>
            <a:r>
              <a:rPr lang="en-US"/>
              <a:t>Highlight 2</a:t>
            </a:r>
          </a:p>
          <a:p>
            <a:pPr lvl="0"/>
            <a:endParaRPr lang="en-US"/>
          </a:p>
          <a:p>
            <a:pPr lvl="0"/>
            <a:r>
              <a:rPr lang="en-US"/>
              <a:t>Highlight 3</a:t>
            </a:r>
          </a:p>
        </p:txBody>
      </p:sp>
      <p:sp>
        <p:nvSpPr>
          <p:cNvPr id="67" name="Text Placeholder 35">
            <a:extLst>
              <a:ext uri="{FF2B5EF4-FFF2-40B4-BE49-F238E27FC236}">
                <a16:creationId xmlns:a16="http://schemas.microsoft.com/office/drawing/2014/main" id="{05A5D7D2-5862-5940-9FD2-22FC4D5CB7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430000" y="24688800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 b="0" i="0"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QR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95F24-F9C5-394B-8C86-AB9E22C6AF0B}"/>
              </a:ext>
            </a:extLst>
          </p:cNvPr>
          <p:cNvSpPr txBox="1"/>
          <p:nvPr userDrawn="1"/>
        </p:nvSpPr>
        <p:spPr>
          <a:xfrm>
            <a:off x="457200" y="987552"/>
            <a:ext cx="13258800" cy="344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ShinyMR</a:t>
            </a:r>
            <a:r>
              <a:rPr lang="en-US"/>
              <a:t>: Promoting Rigor &amp; Reproducibility in Mendelian Randomization Studies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24DE5-907F-1D16-BFD6-B5F4083C5FA0}"/>
              </a:ext>
            </a:extLst>
          </p:cNvPr>
          <p:cNvSpPr txBox="1"/>
          <p:nvPr userDrawn="1"/>
        </p:nvSpPr>
        <p:spPr>
          <a:xfrm>
            <a:off x="748145" y="5237015"/>
            <a:ext cx="12427528" cy="344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/>
              <a:t>Frederick Boehm &amp; Ji Hoon Park</a:t>
            </a:r>
          </a:p>
          <a:p>
            <a:pPr lvl="0"/>
            <a:r>
              <a:rPr lang="en-US"/>
              <a:t>Frederick.Boehm@sdstate.edu</a:t>
            </a:r>
          </a:p>
          <a:p>
            <a:endParaRPr lang="en-US"/>
          </a:p>
        </p:txBody>
      </p:sp>
      <p:pic>
        <p:nvPicPr>
          <p:cNvPr id="6" name="Picture 5" descr="A diagram of a process">
            <a:extLst>
              <a:ext uri="{FF2B5EF4-FFF2-40B4-BE49-F238E27FC236}">
                <a16:creationId xmlns:a16="http://schemas.microsoft.com/office/drawing/2014/main" id="{7E1CD7CA-C57A-36B5-7D1E-E5818016B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45" y="9945318"/>
            <a:ext cx="12967855" cy="172904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10C4E7-6B17-B46F-A18F-CB7AABAA04B7}"/>
              </a:ext>
            </a:extLst>
          </p:cNvPr>
          <p:cNvSpPr txBox="1"/>
          <p:nvPr userDrawn="1"/>
        </p:nvSpPr>
        <p:spPr>
          <a:xfrm>
            <a:off x="15636240" y="8680073"/>
            <a:ext cx="12801600" cy="2326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Choose traits from </a:t>
            </a:r>
            <a:r>
              <a:rPr lang="en-US" err="1"/>
              <a:t>OpenGWAS</a:t>
            </a:r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181329-60E9-BC42-6638-752441A97202}"/>
              </a:ext>
            </a:extLst>
          </p:cNvPr>
          <p:cNvSpPr txBox="1"/>
          <p:nvPr userDrawn="1"/>
        </p:nvSpPr>
        <p:spPr>
          <a:xfrm>
            <a:off x="30723840" y="12190166"/>
            <a:ext cx="12710160" cy="2326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Extract SNP instruments</a:t>
            </a:r>
          </a:p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644A13-2D08-8221-AF5C-C2788C6A5C73}"/>
              </a:ext>
            </a:extLst>
          </p:cNvPr>
          <p:cNvSpPr txBox="1"/>
          <p:nvPr userDrawn="1"/>
        </p:nvSpPr>
        <p:spPr>
          <a:xfrm>
            <a:off x="15636240" y="18204871"/>
            <a:ext cx="12618722" cy="2326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Perform MR analysis</a:t>
            </a:r>
          </a:p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B1A15C-F2C2-4BAA-1FB6-B0A6BCCA1165}"/>
              </a:ext>
            </a:extLst>
          </p:cNvPr>
          <p:cNvSpPr txBox="1"/>
          <p:nvPr userDrawn="1"/>
        </p:nvSpPr>
        <p:spPr>
          <a:xfrm>
            <a:off x="15727680" y="2709081"/>
            <a:ext cx="12710160" cy="344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ShinyMR</a:t>
            </a:r>
            <a:r>
              <a:rPr lang="en-US"/>
              <a:t> creates a reproducible quarto file for download</a:t>
            </a:r>
          </a:p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8EAB89-28EE-7C39-DA2B-EAB886A807E7}"/>
              </a:ext>
            </a:extLst>
          </p:cNvPr>
          <p:cNvSpPr txBox="1"/>
          <p:nvPr userDrawn="1"/>
        </p:nvSpPr>
        <p:spPr>
          <a:xfrm>
            <a:off x="457200" y="28656477"/>
            <a:ext cx="131623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/>
              <a:t>The </a:t>
            </a:r>
            <a:r>
              <a:rPr lang="en-US" sz="4800" err="1"/>
              <a:t>ShinyMR</a:t>
            </a:r>
            <a:r>
              <a:rPr lang="en-US" sz="4800"/>
              <a:t> web app performs two-sample Mendelian Randomization and sensitivity analyses with functions from the </a:t>
            </a:r>
            <a:r>
              <a:rPr lang="en-US" sz="4800" err="1"/>
              <a:t>TwoSampleMR</a:t>
            </a:r>
            <a:r>
              <a:rPr lang="en-US" sz="4800"/>
              <a:t> R package. It features a downloadable quarto file  with R code from the user’s interactive analyses.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178E92-55E7-669C-1BD5-EB05AFA01226}"/>
              </a:ext>
            </a:extLst>
          </p:cNvPr>
          <p:cNvSpPr txBox="1"/>
          <p:nvPr userDrawn="1"/>
        </p:nvSpPr>
        <p:spPr>
          <a:xfrm>
            <a:off x="30266640" y="18204871"/>
            <a:ext cx="12710160" cy="1209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Perform sensitivity analyses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B462441D-FDF6-2629-AF98-55B5812C7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727680" y="11006223"/>
            <a:ext cx="12710160" cy="6103468"/>
          </a:xfrm>
          <a:prstGeom prst="rect">
            <a:avLst/>
          </a:prstGeom>
        </p:spPr>
      </p:pic>
      <p:pic>
        <p:nvPicPr>
          <p:cNvPr id="25" name="Picture 24" descr="A white background with many small squares&#10;&#10;AI-generated content may be incorrect.">
            <a:extLst>
              <a:ext uri="{FF2B5EF4-FFF2-40B4-BE49-F238E27FC236}">
                <a16:creationId xmlns:a16="http://schemas.microsoft.com/office/drawing/2014/main" id="{F693A7AE-E991-2021-DF6D-7732B3621A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102249" y="11992953"/>
            <a:ext cx="12947502" cy="2720576"/>
          </a:xfrm>
          <a:prstGeom prst="rect">
            <a:avLst/>
          </a:prstGeom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610772-C4DD-340B-6317-74F9E92D89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548055" y="21291772"/>
            <a:ext cx="12795089" cy="5319221"/>
          </a:xfrm>
          <a:prstGeom prst="rect">
            <a:avLst/>
          </a:prstGeom>
        </p:spPr>
      </p:pic>
      <p:pic>
        <p:nvPicPr>
          <p:cNvPr id="33" name="Picture 32" descr="A screenshot of a graph&#10;&#10;AI-generated content may be incorrect.">
            <a:extLst>
              <a:ext uri="{FF2B5EF4-FFF2-40B4-BE49-F238E27FC236}">
                <a16:creationId xmlns:a16="http://schemas.microsoft.com/office/drawing/2014/main" id="{0A5320F2-C892-7B8D-B8FB-B781213D7A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754078" y="19395741"/>
            <a:ext cx="12817951" cy="8108383"/>
          </a:xfrm>
          <a:prstGeom prst="rect">
            <a:avLst/>
          </a:prstGeom>
        </p:spPr>
      </p:pic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FF13BE-8FBB-68F6-BB10-46ECAF577D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9594114" y="593096"/>
            <a:ext cx="13117692" cy="73909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A87F6A-0122-1DA9-2481-EF668023C459}"/>
              </a:ext>
            </a:extLst>
          </p:cNvPr>
          <p:cNvSpPr txBox="1"/>
          <p:nvPr userDrawn="1"/>
        </p:nvSpPr>
        <p:spPr>
          <a:xfrm>
            <a:off x="30478042" y="8625994"/>
            <a:ext cx="12801600" cy="2326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Extract SNP instruments</a:t>
            </a:r>
          </a:p>
          <a:p>
            <a:endParaRPr lang="en-US"/>
          </a:p>
        </p:txBody>
      </p:sp>
      <p:pic>
        <p:nvPicPr>
          <p:cNvPr id="26" name="Picture 2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98A12D2-C2B5-C3E0-9908-4C6318B150C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5636240" y="28575000"/>
            <a:ext cx="3657600" cy="3657600"/>
          </a:xfrm>
          <a:prstGeom prst="rect">
            <a:avLst/>
          </a:prstGeom>
        </p:spPr>
      </p:pic>
      <p:pic>
        <p:nvPicPr>
          <p:cNvPr id="34" name="Picture 3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F0D56D64-A0ED-9268-F237-102A7659FC4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9266395" y="29023692"/>
            <a:ext cx="9445766" cy="28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7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930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8480BB67-A302-8248-A401-67AEC4B1B6D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57200" y="457201"/>
            <a:ext cx="13716000" cy="378561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7" name="Text Placeholder 126">
            <a:extLst>
              <a:ext uri="{FF2B5EF4-FFF2-40B4-BE49-F238E27FC236}">
                <a16:creationId xmlns:a16="http://schemas.microsoft.com/office/drawing/2014/main" id="{90F55E0D-BD72-6E43-9F05-1FDA3B95183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57200" y="4855969"/>
            <a:ext cx="13716000" cy="15143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8" name="Text Placeholder 127">
            <a:extLst>
              <a:ext uri="{FF2B5EF4-FFF2-40B4-BE49-F238E27FC236}">
                <a16:creationId xmlns:a16="http://schemas.microsoft.com/office/drawing/2014/main" id="{09FEF025-A7D3-DD45-B93B-842D9C16D2C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57200" y="28072080"/>
            <a:ext cx="13716000" cy="10149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9" name="Text Placeholder 128">
            <a:extLst>
              <a:ext uri="{FF2B5EF4-FFF2-40B4-BE49-F238E27FC236}">
                <a16:creationId xmlns:a16="http://schemas.microsoft.com/office/drawing/2014/main" id="{0B3C3EFE-9AA7-6C40-8A26-3A3195820AB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544800" y="3456432"/>
            <a:ext cx="12801600" cy="13258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0" name="Text Placeholder 129">
            <a:extLst>
              <a:ext uri="{FF2B5EF4-FFF2-40B4-BE49-F238E27FC236}">
                <a16:creationId xmlns:a16="http://schemas.microsoft.com/office/drawing/2014/main" id="{4F233B69-5077-0D49-A551-6065118AAA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1" name="Text Placeholder 130">
            <a:extLst>
              <a:ext uri="{FF2B5EF4-FFF2-40B4-BE49-F238E27FC236}">
                <a16:creationId xmlns:a16="http://schemas.microsoft.com/office/drawing/2014/main" id="{1AFD9DFD-940E-044C-B891-201D18BDEA0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544800" y="9144000"/>
            <a:ext cx="12801600" cy="10149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2" name="Text Placeholder 131">
            <a:extLst>
              <a:ext uri="{FF2B5EF4-FFF2-40B4-BE49-F238E27FC236}">
                <a16:creationId xmlns:a16="http://schemas.microsoft.com/office/drawing/2014/main" id="{4E022530-D7C2-F54C-8648-AF3308F55FE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544800" y="18745200"/>
            <a:ext cx="12801600" cy="10149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F6EED1D9-E1FF-3F43-B8D7-48D7A288674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175200" y="18745200"/>
            <a:ext cx="12801600" cy="10149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B16366DF-ABCC-4346-A5E9-CD695A9B60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C33F6430-02C8-CB46-BCA3-E1B35F5ADA1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544800" y="11033760"/>
            <a:ext cx="12801600" cy="59740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C92EAD50-E541-C84D-94A1-4C76994AA12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994880" y="20674584"/>
            <a:ext cx="12801600" cy="59740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1D130B5B-77E6-BA4C-B7E5-BEDD287999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2552640" y="20674584"/>
            <a:ext cx="12801600" cy="59740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0C823E5F-1B95-0E4C-9346-D75AF8564A8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09109850-EACE-1744-A384-F9F6809F715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544800" y="28346400"/>
            <a:ext cx="3657600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45B9E037-7583-7E47-B0AD-9E65B4C6594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4688800" y="28346400"/>
            <a:ext cx="3657600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960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BECL">
      <a:dk1>
        <a:srgbClr val="000000"/>
      </a:dk1>
      <a:lt1>
        <a:srgbClr val="FFFFFF"/>
      </a:lt1>
      <a:dk2>
        <a:srgbClr val="BEBFBE"/>
      </a:dk2>
      <a:lt2>
        <a:srgbClr val="F1F2F1"/>
      </a:lt2>
      <a:accent1>
        <a:srgbClr val="F1F2F1"/>
      </a:accent1>
      <a:accent2>
        <a:srgbClr val="BEBFBE"/>
      </a:accent2>
      <a:accent3>
        <a:srgbClr val="93BD58"/>
      </a:accent3>
      <a:accent4>
        <a:srgbClr val="5EA151"/>
      </a:accent4>
      <a:accent5>
        <a:srgbClr val="46AFBD"/>
      </a:accent5>
      <a:accent6>
        <a:srgbClr val="488385"/>
      </a:accent6>
      <a:hlink>
        <a:srgbClr val="0563C1"/>
      </a:hlink>
      <a:folHlink>
        <a:srgbClr val="95495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Triassi</dc:creator>
  <cp:revision>1</cp:revision>
  <dcterms:created xsi:type="dcterms:W3CDTF">2020-09-10T17:03:44Z</dcterms:created>
  <dcterms:modified xsi:type="dcterms:W3CDTF">2025-07-23T18:24:02Z</dcterms:modified>
</cp:coreProperties>
</file>