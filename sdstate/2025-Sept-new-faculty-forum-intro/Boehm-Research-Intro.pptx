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300" r:id="rId2"/>
    <p:sldId id="301" r:id="rId3"/>
    <p:sldId id="302" r:id="rId4"/>
    <p:sldId id="303" r:id="rId5"/>
    <p:sldId id="304" r:id="rId6"/>
    <p:sldId id="305" r:id="rId7"/>
    <p:sldId id="306" r:id="rId8"/>
    <p:sldId id="307" r:id="rId9"/>
    <p:sldId id="30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8E7846-341E-4052-BF0E-F702AAC442DE}" v="6" dt="2025-09-22T21:47:39.5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ehm, Fred" userId="2238274e-9046-4809-a4ae-17265f1edbb0" providerId="ADAL" clId="{E20DBAD4-C514-482F-B025-FC8136A7D1B6}"/>
    <pc:docChg chg="custSel addSld modSld">
      <pc:chgData name="Boehm, Fred" userId="2238274e-9046-4809-a4ae-17265f1edbb0" providerId="ADAL" clId="{E20DBAD4-C514-482F-B025-FC8136A7D1B6}" dt="2025-09-22T21:47:56.985" v="1559" actId="20577"/>
      <pc:docMkLst>
        <pc:docMk/>
      </pc:docMkLst>
      <pc:sldChg chg="modSp mod">
        <pc:chgData name="Boehm, Fred" userId="2238274e-9046-4809-a4ae-17265f1edbb0" providerId="ADAL" clId="{E20DBAD4-C514-482F-B025-FC8136A7D1B6}" dt="2025-09-22T21:25:19.361" v="99" actId="20577"/>
        <pc:sldMkLst>
          <pc:docMk/>
          <pc:sldMk cId="761402018" sldId="303"/>
        </pc:sldMkLst>
        <pc:spChg chg="mod">
          <ac:chgData name="Boehm, Fred" userId="2238274e-9046-4809-a4ae-17265f1edbb0" providerId="ADAL" clId="{E20DBAD4-C514-482F-B025-FC8136A7D1B6}" dt="2025-09-22T21:25:19.361" v="99" actId="20577"/>
          <ac:spMkLst>
            <pc:docMk/>
            <pc:sldMk cId="761402018" sldId="303"/>
            <ac:spMk id="3" creationId="{DD7F01D0-6DFC-992F-D990-86FBB071BD90}"/>
          </ac:spMkLst>
        </pc:spChg>
      </pc:sldChg>
      <pc:sldChg chg="modSp add mod">
        <pc:chgData name="Boehm, Fred" userId="2238274e-9046-4809-a4ae-17265f1edbb0" providerId="ADAL" clId="{E20DBAD4-C514-482F-B025-FC8136A7D1B6}" dt="2025-09-22T21:29:21.460" v="435" actId="115"/>
        <pc:sldMkLst>
          <pc:docMk/>
          <pc:sldMk cId="1397007081" sldId="304"/>
        </pc:sldMkLst>
        <pc:spChg chg="mod">
          <ac:chgData name="Boehm, Fred" userId="2238274e-9046-4809-a4ae-17265f1edbb0" providerId="ADAL" clId="{E20DBAD4-C514-482F-B025-FC8136A7D1B6}" dt="2025-09-22T21:26:24.312" v="103"/>
          <ac:spMkLst>
            <pc:docMk/>
            <pc:sldMk cId="1397007081" sldId="304"/>
            <ac:spMk id="2" creationId="{06035612-2145-F115-028D-287A4EF32049}"/>
          </ac:spMkLst>
        </pc:spChg>
        <pc:spChg chg="mod">
          <ac:chgData name="Boehm, Fred" userId="2238274e-9046-4809-a4ae-17265f1edbb0" providerId="ADAL" clId="{E20DBAD4-C514-482F-B025-FC8136A7D1B6}" dt="2025-09-22T21:29:21.460" v="435" actId="115"/>
          <ac:spMkLst>
            <pc:docMk/>
            <pc:sldMk cId="1397007081" sldId="304"/>
            <ac:spMk id="3" creationId="{145C17C0-9AA4-2111-16F7-FC8A8BE3AAD3}"/>
          </ac:spMkLst>
        </pc:spChg>
      </pc:sldChg>
      <pc:sldChg chg="modSp add mod">
        <pc:chgData name="Boehm, Fred" userId="2238274e-9046-4809-a4ae-17265f1edbb0" providerId="ADAL" clId="{E20DBAD4-C514-482F-B025-FC8136A7D1B6}" dt="2025-09-22T21:32:15.978" v="719" actId="20577"/>
        <pc:sldMkLst>
          <pc:docMk/>
          <pc:sldMk cId="670410880" sldId="305"/>
        </pc:sldMkLst>
        <pc:spChg chg="mod">
          <ac:chgData name="Boehm, Fred" userId="2238274e-9046-4809-a4ae-17265f1edbb0" providerId="ADAL" clId="{E20DBAD4-C514-482F-B025-FC8136A7D1B6}" dt="2025-09-22T21:29:38.612" v="438" actId="20577"/>
          <ac:spMkLst>
            <pc:docMk/>
            <pc:sldMk cId="670410880" sldId="305"/>
            <ac:spMk id="2" creationId="{77940A08-A6EB-480E-78DA-F194AECC644E}"/>
          </ac:spMkLst>
        </pc:spChg>
        <pc:spChg chg="mod">
          <ac:chgData name="Boehm, Fred" userId="2238274e-9046-4809-a4ae-17265f1edbb0" providerId="ADAL" clId="{E20DBAD4-C514-482F-B025-FC8136A7D1B6}" dt="2025-09-22T21:32:15.978" v="719" actId="20577"/>
          <ac:spMkLst>
            <pc:docMk/>
            <pc:sldMk cId="670410880" sldId="305"/>
            <ac:spMk id="3" creationId="{3DEE2B31-071D-0383-52EA-28F94394AF3E}"/>
          </ac:spMkLst>
        </pc:spChg>
      </pc:sldChg>
      <pc:sldChg chg="modSp add mod">
        <pc:chgData name="Boehm, Fred" userId="2238274e-9046-4809-a4ae-17265f1edbb0" providerId="ADAL" clId="{E20DBAD4-C514-482F-B025-FC8136A7D1B6}" dt="2025-09-22T21:35:47.036" v="1132" actId="20577"/>
        <pc:sldMkLst>
          <pc:docMk/>
          <pc:sldMk cId="3559984832" sldId="306"/>
        </pc:sldMkLst>
        <pc:spChg chg="mod">
          <ac:chgData name="Boehm, Fred" userId="2238274e-9046-4809-a4ae-17265f1edbb0" providerId="ADAL" clId="{E20DBAD4-C514-482F-B025-FC8136A7D1B6}" dt="2025-09-22T21:32:47.215" v="722" actId="20577"/>
          <ac:spMkLst>
            <pc:docMk/>
            <pc:sldMk cId="3559984832" sldId="306"/>
            <ac:spMk id="2" creationId="{4142A10F-12D7-292B-61D9-A53626BEE126}"/>
          </ac:spMkLst>
        </pc:spChg>
        <pc:spChg chg="mod">
          <ac:chgData name="Boehm, Fred" userId="2238274e-9046-4809-a4ae-17265f1edbb0" providerId="ADAL" clId="{E20DBAD4-C514-482F-B025-FC8136A7D1B6}" dt="2025-09-22T21:35:47.036" v="1132" actId="20577"/>
          <ac:spMkLst>
            <pc:docMk/>
            <pc:sldMk cId="3559984832" sldId="306"/>
            <ac:spMk id="3" creationId="{23DB97A9-8392-85AD-58B3-3B1E16649328}"/>
          </ac:spMkLst>
        </pc:spChg>
      </pc:sldChg>
      <pc:sldChg chg="delSp modSp new mod">
        <pc:chgData name="Boehm, Fred" userId="2238274e-9046-4809-a4ae-17265f1edbb0" providerId="ADAL" clId="{E20DBAD4-C514-482F-B025-FC8136A7D1B6}" dt="2025-09-22T21:47:56.985" v="1559" actId="20577"/>
        <pc:sldMkLst>
          <pc:docMk/>
          <pc:sldMk cId="107037246" sldId="307"/>
        </pc:sldMkLst>
        <pc:spChg chg="mod">
          <ac:chgData name="Boehm, Fred" userId="2238274e-9046-4809-a4ae-17265f1edbb0" providerId="ADAL" clId="{E20DBAD4-C514-482F-B025-FC8136A7D1B6}" dt="2025-09-22T21:36:35.736" v="1150" actId="20577"/>
          <ac:spMkLst>
            <pc:docMk/>
            <pc:sldMk cId="107037246" sldId="307"/>
            <ac:spMk id="2" creationId="{40008649-E99B-5DE6-A91A-3173E2686A23}"/>
          </ac:spMkLst>
        </pc:spChg>
        <pc:spChg chg="mod">
          <ac:chgData name="Boehm, Fred" userId="2238274e-9046-4809-a4ae-17265f1edbb0" providerId="ADAL" clId="{E20DBAD4-C514-482F-B025-FC8136A7D1B6}" dt="2025-09-22T21:47:56.985" v="1559" actId="20577"/>
          <ac:spMkLst>
            <pc:docMk/>
            <pc:sldMk cId="107037246" sldId="307"/>
            <ac:spMk id="3" creationId="{2BE9F6F5-F589-8923-117B-EA4134BBF308}"/>
          </ac:spMkLst>
        </pc:spChg>
        <pc:spChg chg="del">
          <ac:chgData name="Boehm, Fred" userId="2238274e-9046-4809-a4ae-17265f1edbb0" providerId="ADAL" clId="{E20DBAD4-C514-482F-B025-FC8136A7D1B6}" dt="2025-09-22T21:39:52.079" v="1471" actId="478"/>
          <ac:spMkLst>
            <pc:docMk/>
            <pc:sldMk cId="107037246" sldId="307"/>
            <ac:spMk id="4" creationId="{B36472F8-E02E-71C6-7324-8D322A706872}"/>
          </ac:spMkLst>
        </pc:spChg>
      </pc:sldChg>
      <pc:sldChg chg="addSp delSp modSp new mod modClrScheme chgLayout">
        <pc:chgData name="Boehm, Fred" userId="2238274e-9046-4809-a4ae-17265f1edbb0" providerId="ADAL" clId="{E20DBAD4-C514-482F-B025-FC8136A7D1B6}" dt="2025-09-22T21:44:57.804" v="1531" actId="26606"/>
        <pc:sldMkLst>
          <pc:docMk/>
          <pc:sldMk cId="255366436" sldId="308"/>
        </pc:sldMkLst>
        <pc:spChg chg="mod ord">
          <ac:chgData name="Boehm, Fred" userId="2238274e-9046-4809-a4ae-17265f1edbb0" providerId="ADAL" clId="{E20DBAD4-C514-482F-B025-FC8136A7D1B6}" dt="2025-09-22T21:44:57.804" v="1531" actId="26606"/>
          <ac:spMkLst>
            <pc:docMk/>
            <pc:sldMk cId="255366436" sldId="308"/>
            <ac:spMk id="2" creationId="{78942D96-4610-4F8A-9148-BB7058AD57C1}"/>
          </ac:spMkLst>
        </pc:spChg>
        <pc:spChg chg="mod ord">
          <ac:chgData name="Boehm, Fred" userId="2238274e-9046-4809-a4ae-17265f1edbb0" providerId="ADAL" clId="{E20DBAD4-C514-482F-B025-FC8136A7D1B6}" dt="2025-09-22T21:44:57.804" v="1531" actId="26606"/>
          <ac:spMkLst>
            <pc:docMk/>
            <pc:sldMk cId="255366436" sldId="308"/>
            <ac:spMk id="3" creationId="{31087185-E49E-B05E-7411-42A95EE7B556}"/>
          </ac:spMkLst>
        </pc:spChg>
        <pc:spChg chg="del">
          <ac:chgData name="Boehm, Fred" userId="2238274e-9046-4809-a4ae-17265f1edbb0" providerId="ADAL" clId="{E20DBAD4-C514-482F-B025-FC8136A7D1B6}" dt="2025-09-22T21:41:30.643" v="1524" actId="478"/>
          <ac:spMkLst>
            <pc:docMk/>
            <pc:sldMk cId="255366436" sldId="308"/>
            <ac:spMk id="4" creationId="{D1F5D033-F1FC-C660-7564-EEBCF5A2D0AF}"/>
          </ac:spMkLst>
        </pc:spChg>
        <pc:spChg chg="add del mod ord">
          <ac:chgData name="Boehm, Fred" userId="2238274e-9046-4809-a4ae-17265f1edbb0" providerId="ADAL" clId="{E20DBAD4-C514-482F-B025-FC8136A7D1B6}" dt="2025-09-22T21:44:57.804" v="1531" actId="26606"/>
          <ac:spMkLst>
            <pc:docMk/>
            <pc:sldMk cId="255366436" sldId="308"/>
            <ac:spMk id="7" creationId="{F2CADD96-B367-88D2-7259-4D52019EAA9D}"/>
          </ac:spMkLst>
        </pc:spChg>
        <pc:picChg chg="add mod">
          <ac:chgData name="Boehm, Fred" userId="2238274e-9046-4809-a4ae-17265f1edbb0" providerId="ADAL" clId="{E20DBAD4-C514-482F-B025-FC8136A7D1B6}" dt="2025-09-22T21:44:57.804" v="1531" actId="26606"/>
          <ac:picMkLst>
            <pc:docMk/>
            <pc:sldMk cId="255366436" sldId="308"/>
            <ac:picMk id="6" creationId="{5135C0C5-B50F-DBB2-47B7-BF6F5E03E392}"/>
          </ac:picMkLst>
        </pc:pic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B1835F-1D44-4207-B9BC-7DC0F0C3DE56}" type="doc">
      <dgm:prSet loTypeId="urn:microsoft.com/office/officeart/2017/3/layout/HorizontalPathTimeline" loCatId="process" qsTypeId="urn:microsoft.com/office/officeart/2005/8/quickstyle/simple2" qsCatId="simple" csTypeId="urn:microsoft.com/office/officeart/2005/8/colors/accent1_2" csCatId="accent1" phldr="1"/>
      <dgm:spPr/>
      <dgm:t>
        <a:bodyPr/>
        <a:lstStyle/>
        <a:p>
          <a:endParaRPr lang="en-US"/>
        </a:p>
      </dgm:t>
    </dgm:pt>
    <dgm:pt modelId="{81908E35-94A6-4C17-8627-847706B914BC}">
      <dgm:prSet/>
      <dgm:spPr/>
      <dgm:t>
        <a:bodyPr/>
        <a:lstStyle/>
        <a:p>
          <a:pPr>
            <a:defRPr b="1"/>
          </a:pPr>
          <a:r>
            <a:rPr lang="en-US"/>
            <a:t>2007</a:t>
          </a:r>
        </a:p>
      </dgm:t>
    </dgm:pt>
    <dgm:pt modelId="{9061DDD3-2BBA-4EBF-82E1-8C1A7CECB714}" type="parTrans" cxnId="{EB615A24-D88E-4608-95B1-9B8562AD8423}">
      <dgm:prSet/>
      <dgm:spPr/>
      <dgm:t>
        <a:bodyPr/>
        <a:lstStyle/>
        <a:p>
          <a:endParaRPr lang="en-US"/>
        </a:p>
      </dgm:t>
    </dgm:pt>
    <dgm:pt modelId="{F57D2C72-01A2-4DB9-BBA1-F83404F5B7AC}" type="sibTrans" cxnId="{EB615A24-D88E-4608-95B1-9B8562AD8423}">
      <dgm:prSet/>
      <dgm:spPr/>
      <dgm:t>
        <a:bodyPr/>
        <a:lstStyle/>
        <a:p>
          <a:endParaRPr lang="en-US"/>
        </a:p>
      </dgm:t>
    </dgm:pt>
    <dgm:pt modelId="{A89F4548-C388-4437-A90A-881C8233F672}">
      <dgm:prSet/>
      <dgm:spPr/>
      <dgm:t>
        <a:bodyPr/>
        <a:lstStyle/>
        <a:p>
          <a:r>
            <a:rPr lang="en-US"/>
            <a:t>M.D., M.S., U. Wisconsin-Madison</a:t>
          </a:r>
        </a:p>
      </dgm:t>
    </dgm:pt>
    <dgm:pt modelId="{B0A6AD59-D04B-476A-987D-21828A7641E7}" type="parTrans" cxnId="{FFCAA56C-2766-4C5C-A548-B26B4BF1C1F0}">
      <dgm:prSet/>
      <dgm:spPr/>
      <dgm:t>
        <a:bodyPr/>
        <a:lstStyle/>
        <a:p>
          <a:endParaRPr lang="en-US"/>
        </a:p>
      </dgm:t>
    </dgm:pt>
    <dgm:pt modelId="{313637B0-6D55-4583-A4E6-36248B29C3AF}" type="sibTrans" cxnId="{FFCAA56C-2766-4C5C-A548-B26B4BF1C1F0}">
      <dgm:prSet/>
      <dgm:spPr/>
      <dgm:t>
        <a:bodyPr/>
        <a:lstStyle/>
        <a:p>
          <a:endParaRPr lang="en-US"/>
        </a:p>
      </dgm:t>
    </dgm:pt>
    <dgm:pt modelId="{B7FE0A77-728C-412D-99F7-4D0B4B5B54F0}">
      <dgm:prSet/>
      <dgm:spPr/>
      <dgm:t>
        <a:bodyPr/>
        <a:lstStyle/>
        <a:p>
          <a:pPr>
            <a:defRPr b="1"/>
          </a:pPr>
          <a:r>
            <a:rPr lang="en-US"/>
            <a:t>2019</a:t>
          </a:r>
        </a:p>
      </dgm:t>
    </dgm:pt>
    <dgm:pt modelId="{B08114EA-1A3B-458A-BBC3-AA0E555C8ED3}" type="parTrans" cxnId="{F22DD3C9-B67F-433C-9C3D-B74BF44F9F01}">
      <dgm:prSet/>
      <dgm:spPr/>
      <dgm:t>
        <a:bodyPr/>
        <a:lstStyle/>
        <a:p>
          <a:endParaRPr lang="en-US"/>
        </a:p>
      </dgm:t>
    </dgm:pt>
    <dgm:pt modelId="{6797BCDA-370B-4625-ADBC-B7C10FEF2213}" type="sibTrans" cxnId="{F22DD3C9-B67F-433C-9C3D-B74BF44F9F01}">
      <dgm:prSet/>
      <dgm:spPr/>
      <dgm:t>
        <a:bodyPr/>
        <a:lstStyle/>
        <a:p>
          <a:endParaRPr lang="en-US"/>
        </a:p>
      </dgm:t>
    </dgm:pt>
    <dgm:pt modelId="{F16C6AC9-DE1F-4C81-B338-9DEFFDC121E0}">
      <dgm:prSet/>
      <dgm:spPr/>
      <dgm:t>
        <a:bodyPr/>
        <a:lstStyle/>
        <a:p>
          <a:r>
            <a:rPr lang="en-US"/>
            <a:t>Ph.D. (Statistics), U. Wisconsin-Madison</a:t>
          </a:r>
        </a:p>
      </dgm:t>
    </dgm:pt>
    <dgm:pt modelId="{D33D2CF5-6712-414A-ACF5-9F3BD35569D8}" type="parTrans" cxnId="{6543ACC7-B7C3-43AB-8283-88F5B45B1044}">
      <dgm:prSet/>
      <dgm:spPr/>
      <dgm:t>
        <a:bodyPr/>
        <a:lstStyle/>
        <a:p>
          <a:endParaRPr lang="en-US"/>
        </a:p>
      </dgm:t>
    </dgm:pt>
    <dgm:pt modelId="{91772939-D768-43EE-ADC2-7EFD4B73F95D}" type="sibTrans" cxnId="{6543ACC7-B7C3-43AB-8283-88F5B45B1044}">
      <dgm:prSet/>
      <dgm:spPr/>
      <dgm:t>
        <a:bodyPr/>
        <a:lstStyle/>
        <a:p>
          <a:endParaRPr lang="en-US"/>
        </a:p>
      </dgm:t>
    </dgm:pt>
    <dgm:pt modelId="{9BFB53F5-9634-4976-9C3C-0E562AEF70C9}">
      <dgm:prSet/>
      <dgm:spPr/>
      <dgm:t>
        <a:bodyPr/>
        <a:lstStyle/>
        <a:p>
          <a:pPr>
            <a:defRPr b="1"/>
          </a:pPr>
          <a:r>
            <a:rPr lang="en-US"/>
            <a:t>2021</a:t>
          </a:r>
        </a:p>
      </dgm:t>
    </dgm:pt>
    <dgm:pt modelId="{159D9BF5-B9EE-4252-9E44-6FC99046C372}" type="parTrans" cxnId="{F9989F6E-5608-4B52-9994-C5B7751A1188}">
      <dgm:prSet/>
      <dgm:spPr/>
      <dgm:t>
        <a:bodyPr/>
        <a:lstStyle/>
        <a:p>
          <a:endParaRPr lang="en-US"/>
        </a:p>
      </dgm:t>
    </dgm:pt>
    <dgm:pt modelId="{2A594666-30B5-40AF-8692-96164991C2A9}" type="sibTrans" cxnId="{F9989F6E-5608-4B52-9994-C5B7751A1188}">
      <dgm:prSet/>
      <dgm:spPr/>
      <dgm:t>
        <a:bodyPr/>
        <a:lstStyle/>
        <a:p>
          <a:endParaRPr lang="en-US"/>
        </a:p>
      </dgm:t>
    </dgm:pt>
    <dgm:pt modelId="{88D1BC13-B414-4156-BDB2-48C2210B6795}">
      <dgm:prSet/>
      <dgm:spPr/>
      <dgm:t>
        <a:bodyPr/>
        <a:lstStyle/>
        <a:p>
          <a:r>
            <a:rPr lang="en-US"/>
            <a:t>Postdoctoral researcher, U. Massachusetts Medical School</a:t>
          </a:r>
        </a:p>
      </dgm:t>
    </dgm:pt>
    <dgm:pt modelId="{E8F52888-0D66-4B86-B1C2-6EBC3F52B9A6}" type="parTrans" cxnId="{DA9C2AF4-D2DB-4674-A95D-838DF8FB2F94}">
      <dgm:prSet/>
      <dgm:spPr/>
      <dgm:t>
        <a:bodyPr/>
        <a:lstStyle/>
        <a:p>
          <a:endParaRPr lang="en-US"/>
        </a:p>
      </dgm:t>
    </dgm:pt>
    <dgm:pt modelId="{8E08EF0E-CFA0-40AF-B7A3-3D0AAA52BB06}" type="sibTrans" cxnId="{DA9C2AF4-D2DB-4674-A95D-838DF8FB2F94}">
      <dgm:prSet/>
      <dgm:spPr/>
      <dgm:t>
        <a:bodyPr/>
        <a:lstStyle/>
        <a:p>
          <a:endParaRPr lang="en-US"/>
        </a:p>
      </dgm:t>
    </dgm:pt>
    <dgm:pt modelId="{AF8184EA-36E3-42F9-A5BD-F43BAEE05B14}">
      <dgm:prSet/>
      <dgm:spPr/>
      <dgm:t>
        <a:bodyPr/>
        <a:lstStyle/>
        <a:p>
          <a:pPr>
            <a:defRPr b="1"/>
          </a:pPr>
          <a:r>
            <a:rPr lang="en-US"/>
            <a:t>2024</a:t>
          </a:r>
        </a:p>
      </dgm:t>
    </dgm:pt>
    <dgm:pt modelId="{F12314F5-C94A-44F0-8E51-B892267A2833}" type="parTrans" cxnId="{922FB24E-19A1-4E3E-8B09-8594E76D6804}">
      <dgm:prSet/>
      <dgm:spPr/>
      <dgm:t>
        <a:bodyPr/>
        <a:lstStyle/>
        <a:p>
          <a:endParaRPr lang="en-US"/>
        </a:p>
      </dgm:t>
    </dgm:pt>
    <dgm:pt modelId="{3208E570-9527-4505-9989-647CEBED5E4D}" type="sibTrans" cxnId="{922FB24E-19A1-4E3E-8B09-8594E76D6804}">
      <dgm:prSet/>
      <dgm:spPr/>
      <dgm:t>
        <a:bodyPr/>
        <a:lstStyle/>
        <a:p>
          <a:endParaRPr lang="en-US"/>
        </a:p>
      </dgm:t>
    </dgm:pt>
    <dgm:pt modelId="{F833740F-B672-41F5-A2EF-54DFE9827174}">
      <dgm:prSet/>
      <dgm:spPr/>
      <dgm:t>
        <a:bodyPr/>
        <a:lstStyle/>
        <a:p>
          <a:r>
            <a:rPr lang="en-US"/>
            <a:t>Postdoctoral researcher, U. Michigan 2024</a:t>
          </a:r>
        </a:p>
      </dgm:t>
    </dgm:pt>
    <dgm:pt modelId="{7433C7E1-43F0-4D34-90E1-F9C3D45E1281}" type="parTrans" cxnId="{BBCED244-28D2-4D94-97D4-248036254536}">
      <dgm:prSet/>
      <dgm:spPr/>
      <dgm:t>
        <a:bodyPr/>
        <a:lstStyle/>
        <a:p>
          <a:endParaRPr lang="en-US"/>
        </a:p>
      </dgm:t>
    </dgm:pt>
    <dgm:pt modelId="{E896A3DD-8437-49EF-8696-2E735D0BDB58}" type="sibTrans" cxnId="{BBCED244-28D2-4D94-97D4-248036254536}">
      <dgm:prSet/>
      <dgm:spPr/>
      <dgm:t>
        <a:bodyPr/>
        <a:lstStyle/>
        <a:p>
          <a:endParaRPr lang="en-US"/>
        </a:p>
      </dgm:t>
    </dgm:pt>
    <dgm:pt modelId="{4C1EE794-AD3B-43F0-A9BD-D078AD98833F}" type="pres">
      <dgm:prSet presAssocID="{72B1835F-1D44-4207-B9BC-7DC0F0C3DE56}" presName="root" presStyleCnt="0">
        <dgm:presLayoutVars>
          <dgm:chMax/>
          <dgm:chPref/>
          <dgm:animLvl val="lvl"/>
        </dgm:presLayoutVars>
      </dgm:prSet>
      <dgm:spPr/>
    </dgm:pt>
    <dgm:pt modelId="{C07F87E6-8597-4DB0-8F15-6D8D98260D9B}" type="pres">
      <dgm:prSet presAssocID="{72B1835F-1D44-4207-B9BC-7DC0F0C3DE56}" presName="divider" presStyleLbl="node1" presStyleIdx="0" presStyleCnt="1"/>
      <dgm:spPr/>
    </dgm:pt>
    <dgm:pt modelId="{C2942543-83D4-4D45-AF43-8DB5C619F5A5}" type="pres">
      <dgm:prSet presAssocID="{72B1835F-1D44-4207-B9BC-7DC0F0C3DE56}" presName="nodes" presStyleCnt="0">
        <dgm:presLayoutVars>
          <dgm:chMax/>
          <dgm:chPref/>
          <dgm:animLvl val="lvl"/>
        </dgm:presLayoutVars>
      </dgm:prSet>
      <dgm:spPr/>
    </dgm:pt>
    <dgm:pt modelId="{C8AF9CC7-7AB4-451E-9080-059DBDBAC9CF}" type="pres">
      <dgm:prSet presAssocID="{81908E35-94A6-4C17-8627-847706B914BC}" presName="composite" presStyleCnt="0"/>
      <dgm:spPr/>
    </dgm:pt>
    <dgm:pt modelId="{C56C7A59-CA12-46E0-8FE2-4FCD2620D794}" type="pres">
      <dgm:prSet presAssocID="{81908E35-94A6-4C17-8627-847706B914BC}" presName="L1TextContainer" presStyleLbl="revTx" presStyleIdx="0" presStyleCnt="4">
        <dgm:presLayoutVars>
          <dgm:chMax val="1"/>
          <dgm:chPref val="1"/>
          <dgm:bulletEnabled val="1"/>
        </dgm:presLayoutVars>
      </dgm:prSet>
      <dgm:spPr/>
    </dgm:pt>
    <dgm:pt modelId="{11A2E116-767B-415A-AFB1-E0C38EB9E706}" type="pres">
      <dgm:prSet presAssocID="{81908E35-94A6-4C17-8627-847706B914BC}" presName="L2TextContainerWrapper" presStyleCnt="0">
        <dgm:presLayoutVars>
          <dgm:chMax val="0"/>
          <dgm:chPref val="0"/>
          <dgm:bulletEnabled val="1"/>
        </dgm:presLayoutVars>
      </dgm:prSet>
      <dgm:spPr/>
    </dgm:pt>
    <dgm:pt modelId="{40426122-4A39-459C-887A-2678DBECE732}" type="pres">
      <dgm:prSet presAssocID="{81908E35-94A6-4C17-8627-847706B914BC}" presName="L2TextContainer" presStyleLbl="bgAccFollowNode1" presStyleIdx="0" presStyleCnt="4"/>
      <dgm:spPr/>
    </dgm:pt>
    <dgm:pt modelId="{740E0BF3-E48F-4F82-9194-5BEAAFF73E67}" type="pres">
      <dgm:prSet presAssocID="{81908E35-94A6-4C17-8627-847706B914BC}" presName="FlexibleEmptyPlaceHolder" presStyleCnt="0"/>
      <dgm:spPr/>
    </dgm:pt>
    <dgm:pt modelId="{EC62AE82-3453-48B7-95F2-79F5E628BCC8}" type="pres">
      <dgm:prSet presAssocID="{81908E35-94A6-4C17-8627-847706B914BC}" presName="ConnectLine" presStyleLbl="alignNode1" presStyleIdx="0" presStyleCnt="4"/>
      <dgm:spPr>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0584A0F3-3CF1-4791-9B82-64F62C088D61}" type="pres">
      <dgm:prSet presAssocID="{81908E35-94A6-4C17-8627-847706B914BC}" presName="ConnectorPoint" presStyleLbl="fgAcc1" presStyleIdx="0" presStyleCnt="4"/>
      <dgm:spPr>
        <a:solidFill>
          <a:schemeClr val="lt1">
            <a:alpha val="90000"/>
            <a:hueOff val="0"/>
            <a:satOff val="0"/>
            <a:lumOff val="0"/>
            <a:alphaOff val="0"/>
          </a:schemeClr>
        </a:solidFill>
        <a:ln w="12700" cap="flat" cmpd="sng" algn="ctr">
          <a:noFill/>
          <a:prstDash val="solid"/>
          <a:miter lim="800000"/>
        </a:ln>
        <a:effectLst/>
      </dgm:spPr>
    </dgm:pt>
    <dgm:pt modelId="{3B46A685-3578-4DB9-B501-9DEFB0963629}" type="pres">
      <dgm:prSet presAssocID="{81908E35-94A6-4C17-8627-847706B914BC}" presName="EmptyPlaceHolder" presStyleCnt="0"/>
      <dgm:spPr/>
    </dgm:pt>
    <dgm:pt modelId="{7A5F7715-EAFE-486A-8710-09A887CAECBE}" type="pres">
      <dgm:prSet presAssocID="{F57D2C72-01A2-4DB9-BBA1-F83404F5B7AC}" presName="spaceBetweenRectangles" presStyleCnt="0"/>
      <dgm:spPr/>
    </dgm:pt>
    <dgm:pt modelId="{062AC7EA-0419-4219-B86A-B83FF2CCE8F5}" type="pres">
      <dgm:prSet presAssocID="{B7FE0A77-728C-412D-99F7-4D0B4B5B54F0}" presName="composite" presStyleCnt="0"/>
      <dgm:spPr/>
    </dgm:pt>
    <dgm:pt modelId="{0046EBCF-7816-4549-824A-84E384D1C909}" type="pres">
      <dgm:prSet presAssocID="{B7FE0A77-728C-412D-99F7-4D0B4B5B54F0}" presName="L1TextContainer" presStyleLbl="revTx" presStyleIdx="1" presStyleCnt="4">
        <dgm:presLayoutVars>
          <dgm:chMax val="1"/>
          <dgm:chPref val="1"/>
          <dgm:bulletEnabled val="1"/>
        </dgm:presLayoutVars>
      </dgm:prSet>
      <dgm:spPr/>
    </dgm:pt>
    <dgm:pt modelId="{EB021416-1D58-47C9-AB36-F02CCCE42E70}" type="pres">
      <dgm:prSet presAssocID="{B7FE0A77-728C-412D-99F7-4D0B4B5B54F0}" presName="L2TextContainerWrapper" presStyleCnt="0">
        <dgm:presLayoutVars>
          <dgm:chMax val="0"/>
          <dgm:chPref val="0"/>
          <dgm:bulletEnabled val="1"/>
        </dgm:presLayoutVars>
      </dgm:prSet>
      <dgm:spPr/>
    </dgm:pt>
    <dgm:pt modelId="{A43CC069-9897-4453-9D33-FE335C9FD6BE}" type="pres">
      <dgm:prSet presAssocID="{B7FE0A77-728C-412D-99F7-4D0B4B5B54F0}" presName="L2TextContainer" presStyleLbl="bgAccFollowNode1" presStyleIdx="1" presStyleCnt="4"/>
      <dgm:spPr/>
    </dgm:pt>
    <dgm:pt modelId="{70E53B68-A2D6-4FBE-AC35-0B9C44AD5AEF}" type="pres">
      <dgm:prSet presAssocID="{B7FE0A77-728C-412D-99F7-4D0B4B5B54F0}" presName="FlexibleEmptyPlaceHolder" presStyleCnt="0"/>
      <dgm:spPr/>
    </dgm:pt>
    <dgm:pt modelId="{40DB31B2-723B-43F3-92A9-C715D64160A5}" type="pres">
      <dgm:prSet presAssocID="{B7FE0A77-728C-412D-99F7-4D0B4B5B54F0}" presName="ConnectLine" presStyleLbl="alignNode1" presStyleIdx="1" presStyleCnt="4"/>
      <dgm:spPr>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746B95C7-C885-4866-AC02-9B58DED4A5C5}" type="pres">
      <dgm:prSet presAssocID="{B7FE0A77-728C-412D-99F7-4D0B4B5B54F0}" presName="ConnectorPoint" presStyleLbl="fgAcc1" presStyleIdx="1" presStyleCnt="4"/>
      <dgm:spPr>
        <a:solidFill>
          <a:schemeClr val="lt1">
            <a:alpha val="90000"/>
            <a:hueOff val="0"/>
            <a:satOff val="0"/>
            <a:lumOff val="0"/>
            <a:alphaOff val="0"/>
          </a:schemeClr>
        </a:solidFill>
        <a:ln w="12700" cap="flat" cmpd="sng" algn="ctr">
          <a:noFill/>
          <a:prstDash val="solid"/>
          <a:miter lim="800000"/>
        </a:ln>
        <a:effectLst/>
      </dgm:spPr>
    </dgm:pt>
    <dgm:pt modelId="{B1CBD166-C935-4965-8652-E68653205103}" type="pres">
      <dgm:prSet presAssocID="{B7FE0A77-728C-412D-99F7-4D0B4B5B54F0}" presName="EmptyPlaceHolder" presStyleCnt="0"/>
      <dgm:spPr/>
    </dgm:pt>
    <dgm:pt modelId="{5F8188CE-0048-4951-8248-9E841BFD25D8}" type="pres">
      <dgm:prSet presAssocID="{6797BCDA-370B-4625-ADBC-B7C10FEF2213}" presName="spaceBetweenRectangles" presStyleCnt="0"/>
      <dgm:spPr/>
    </dgm:pt>
    <dgm:pt modelId="{7571AC8A-504E-4F16-9AB6-18476A003DDF}" type="pres">
      <dgm:prSet presAssocID="{9BFB53F5-9634-4976-9C3C-0E562AEF70C9}" presName="composite" presStyleCnt="0"/>
      <dgm:spPr/>
    </dgm:pt>
    <dgm:pt modelId="{4F1A7680-A7FF-4D91-9715-58671D835B11}" type="pres">
      <dgm:prSet presAssocID="{9BFB53F5-9634-4976-9C3C-0E562AEF70C9}" presName="L1TextContainer" presStyleLbl="revTx" presStyleIdx="2" presStyleCnt="4">
        <dgm:presLayoutVars>
          <dgm:chMax val="1"/>
          <dgm:chPref val="1"/>
          <dgm:bulletEnabled val="1"/>
        </dgm:presLayoutVars>
      </dgm:prSet>
      <dgm:spPr/>
    </dgm:pt>
    <dgm:pt modelId="{858E0265-6972-4DA6-B829-6B6B2284AE05}" type="pres">
      <dgm:prSet presAssocID="{9BFB53F5-9634-4976-9C3C-0E562AEF70C9}" presName="L2TextContainerWrapper" presStyleCnt="0">
        <dgm:presLayoutVars>
          <dgm:chMax val="0"/>
          <dgm:chPref val="0"/>
          <dgm:bulletEnabled val="1"/>
        </dgm:presLayoutVars>
      </dgm:prSet>
      <dgm:spPr/>
    </dgm:pt>
    <dgm:pt modelId="{658EA722-3A06-4AD4-9789-887D54605F29}" type="pres">
      <dgm:prSet presAssocID="{9BFB53F5-9634-4976-9C3C-0E562AEF70C9}" presName="L2TextContainer" presStyleLbl="bgAccFollowNode1" presStyleIdx="2" presStyleCnt="4"/>
      <dgm:spPr/>
    </dgm:pt>
    <dgm:pt modelId="{ED570035-2497-471C-A3FA-60C5A5E28F27}" type="pres">
      <dgm:prSet presAssocID="{9BFB53F5-9634-4976-9C3C-0E562AEF70C9}" presName="FlexibleEmptyPlaceHolder" presStyleCnt="0"/>
      <dgm:spPr/>
    </dgm:pt>
    <dgm:pt modelId="{6449EF6B-E19B-49FE-B6E6-6CD01486729F}" type="pres">
      <dgm:prSet presAssocID="{9BFB53F5-9634-4976-9C3C-0E562AEF70C9}" presName="ConnectLine" presStyleLbl="alignNode1" presStyleIdx="2" presStyleCnt="4"/>
      <dgm:spPr>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F27DAE17-F62F-4C02-8BCE-4CD39D06C518}" type="pres">
      <dgm:prSet presAssocID="{9BFB53F5-9634-4976-9C3C-0E562AEF70C9}" presName="ConnectorPoint" presStyleLbl="fgAcc1" presStyleIdx="2" presStyleCnt="4"/>
      <dgm:spPr>
        <a:solidFill>
          <a:schemeClr val="lt1">
            <a:alpha val="90000"/>
            <a:hueOff val="0"/>
            <a:satOff val="0"/>
            <a:lumOff val="0"/>
            <a:alphaOff val="0"/>
          </a:schemeClr>
        </a:solidFill>
        <a:ln w="12700" cap="flat" cmpd="sng" algn="ctr">
          <a:noFill/>
          <a:prstDash val="solid"/>
          <a:miter lim="800000"/>
        </a:ln>
        <a:effectLst/>
      </dgm:spPr>
    </dgm:pt>
    <dgm:pt modelId="{C0644836-7A85-4B37-8526-214924E874A8}" type="pres">
      <dgm:prSet presAssocID="{9BFB53F5-9634-4976-9C3C-0E562AEF70C9}" presName="EmptyPlaceHolder" presStyleCnt="0"/>
      <dgm:spPr/>
    </dgm:pt>
    <dgm:pt modelId="{8E32C5C7-AC52-45B3-BEE9-88BCA3235A2A}" type="pres">
      <dgm:prSet presAssocID="{2A594666-30B5-40AF-8692-96164991C2A9}" presName="spaceBetweenRectangles" presStyleCnt="0"/>
      <dgm:spPr/>
    </dgm:pt>
    <dgm:pt modelId="{A7717EF5-A91E-4A99-82D8-B7FEFFC9E06A}" type="pres">
      <dgm:prSet presAssocID="{AF8184EA-36E3-42F9-A5BD-F43BAEE05B14}" presName="composite" presStyleCnt="0"/>
      <dgm:spPr/>
    </dgm:pt>
    <dgm:pt modelId="{2FAF25DE-9110-4324-BD07-70792BB3A979}" type="pres">
      <dgm:prSet presAssocID="{AF8184EA-36E3-42F9-A5BD-F43BAEE05B14}" presName="L1TextContainer" presStyleLbl="revTx" presStyleIdx="3" presStyleCnt="4">
        <dgm:presLayoutVars>
          <dgm:chMax val="1"/>
          <dgm:chPref val="1"/>
          <dgm:bulletEnabled val="1"/>
        </dgm:presLayoutVars>
      </dgm:prSet>
      <dgm:spPr/>
    </dgm:pt>
    <dgm:pt modelId="{256A03DD-5320-4CE5-B2F0-DC99B061B810}" type="pres">
      <dgm:prSet presAssocID="{AF8184EA-36E3-42F9-A5BD-F43BAEE05B14}" presName="L2TextContainerWrapper" presStyleCnt="0">
        <dgm:presLayoutVars>
          <dgm:chMax val="0"/>
          <dgm:chPref val="0"/>
          <dgm:bulletEnabled val="1"/>
        </dgm:presLayoutVars>
      </dgm:prSet>
      <dgm:spPr/>
    </dgm:pt>
    <dgm:pt modelId="{58BAC6C9-CFBD-4636-9D73-1CF295DD8BAA}" type="pres">
      <dgm:prSet presAssocID="{AF8184EA-36E3-42F9-A5BD-F43BAEE05B14}" presName="L2TextContainer" presStyleLbl="bgAccFollowNode1" presStyleIdx="3" presStyleCnt="4"/>
      <dgm:spPr/>
    </dgm:pt>
    <dgm:pt modelId="{B46394F5-37BB-4D84-AE34-D01DC2456C22}" type="pres">
      <dgm:prSet presAssocID="{AF8184EA-36E3-42F9-A5BD-F43BAEE05B14}" presName="FlexibleEmptyPlaceHolder" presStyleCnt="0"/>
      <dgm:spPr/>
    </dgm:pt>
    <dgm:pt modelId="{60EB7CBB-EA7F-4134-83A3-C6EB9E7E8C25}" type="pres">
      <dgm:prSet presAssocID="{AF8184EA-36E3-42F9-A5BD-F43BAEE05B14}" presName="ConnectLine" presStyleLbl="alignNode1" presStyleIdx="3" presStyleCnt="4"/>
      <dgm:spPr>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C759ADC2-C3E5-445F-BDAB-F2E03FB62BBA}" type="pres">
      <dgm:prSet presAssocID="{AF8184EA-36E3-42F9-A5BD-F43BAEE05B14}" presName="ConnectorPoint" presStyleLbl="fgAcc1" presStyleIdx="3" presStyleCnt="4"/>
      <dgm:spPr>
        <a:solidFill>
          <a:schemeClr val="lt1">
            <a:alpha val="90000"/>
            <a:hueOff val="0"/>
            <a:satOff val="0"/>
            <a:lumOff val="0"/>
            <a:alphaOff val="0"/>
          </a:schemeClr>
        </a:solidFill>
        <a:ln w="12700" cap="flat" cmpd="sng" algn="ctr">
          <a:noFill/>
          <a:prstDash val="solid"/>
          <a:miter lim="800000"/>
        </a:ln>
        <a:effectLst/>
      </dgm:spPr>
    </dgm:pt>
    <dgm:pt modelId="{64AC211C-98CC-4387-B33A-14FB060A4016}" type="pres">
      <dgm:prSet presAssocID="{AF8184EA-36E3-42F9-A5BD-F43BAEE05B14}" presName="EmptyPlaceHolder" presStyleCnt="0"/>
      <dgm:spPr/>
    </dgm:pt>
  </dgm:ptLst>
  <dgm:cxnLst>
    <dgm:cxn modelId="{FCD83205-F784-40E3-9795-372AC996BB36}" type="presOf" srcId="{88D1BC13-B414-4156-BDB2-48C2210B6795}" destId="{658EA722-3A06-4AD4-9789-887D54605F29}" srcOrd="0" destOrd="0" presId="urn:microsoft.com/office/officeart/2017/3/layout/HorizontalPathTimeline"/>
    <dgm:cxn modelId="{EB615A24-D88E-4608-95B1-9B8562AD8423}" srcId="{72B1835F-1D44-4207-B9BC-7DC0F0C3DE56}" destId="{81908E35-94A6-4C17-8627-847706B914BC}" srcOrd="0" destOrd="0" parTransId="{9061DDD3-2BBA-4EBF-82E1-8C1A7CECB714}" sibTransId="{F57D2C72-01A2-4DB9-BBA1-F83404F5B7AC}"/>
    <dgm:cxn modelId="{BBCED244-28D2-4D94-97D4-248036254536}" srcId="{AF8184EA-36E3-42F9-A5BD-F43BAEE05B14}" destId="{F833740F-B672-41F5-A2EF-54DFE9827174}" srcOrd="0" destOrd="0" parTransId="{7433C7E1-43F0-4D34-90E1-F9C3D45E1281}" sibTransId="{E896A3DD-8437-49EF-8696-2E735D0BDB58}"/>
    <dgm:cxn modelId="{BF7A1D48-CE32-4B2B-A133-0C1D44B17DEC}" type="presOf" srcId="{F833740F-B672-41F5-A2EF-54DFE9827174}" destId="{58BAC6C9-CFBD-4636-9D73-1CF295DD8BAA}" srcOrd="0" destOrd="0" presId="urn:microsoft.com/office/officeart/2017/3/layout/HorizontalPathTimeline"/>
    <dgm:cxn modelId="{F7C8734A-DB5E-48A4-B64B-C7266D6F3CB4}" type="presOf" srcId="{AF8184EA-36E3-42F9-A5BD-F43BAEE05B14}" destId="{2FAF25DE-9110-4324-BD07-70792BB3A979}" srcOrd="0" destOrd="0" presId="urn:microsoft.com/office/officeart/2017/3/layout/HorizontalPathTimeline"/>
    <dgm:cxn modelId="{FFCAA56C-2766-4C5C-A548-B26B4BF1C1F0}" srcId="{81908E35-94A6-4C17-8627-847706B914BC}" destId="{A89F4548-C388-4437-A90A-881C8233F672}" srcOrd="0" destOrd="0" parTransId="{B0A6AD59-D04B-476A-987D-21828A7641E7}" sibTransId="{313637B0-6D55-4583-A4E6-36248B29C3AF}"/>
    <dgm:cxn modelId="{F9989F6E-5608-4B52-9994-C5B7751A1188}" srcId="{72B1835F-1D44-4207-B9BC-7DC0F0C3DE56}" destId="{9BFB53F5-9634-4976-9C3C-0E562AEF70C9}" srcOrd="2" destOrd="0" parTransId="{159D9BF5-B9EE-4252-9E44-6FC99046C372}" sibTransId="{2A594666-30B5-40AF-8692-96164991C2A9}"/>
    <dgm:cxn modelId="{922FB24E-19A1-4E3E-8B09-8594E76D6804}" srcId="{72B1835F-1D44-4207-B9BC-7DC0F0C3DE56}" destId="{AF8184EA-36E3-42F9-A5BD-F43BAEE05B14}" srcOrd="3" destOrd="0" parTransId="{F12314F5-C94A-44F0-8E51-B892267A2833}" sibTransId="{3208E570-9527-4505-9989-647CEBED5E4D}"/>
    <dgm:cxn modelId="{20342458-202B-4C16-AC6E-E30C3CDB894E}" type="presOf" srcId="{A89F4548-C388-4437-A90A-881C8233F672}" destId="{40426122-4A39-459C-887A-2678DBECE732}" srcOrd="0" destOrd="0" presId="urn:microsoft.com/office/officeart/2017/3/layout/HorizontalPathTimeline"/>
    <dgm:cxn modelId="{D758B980-F6B5-4B56-9836-2D20E15983DE}" type="presOf" srcId="{F16C6AC9-DE1F-4C81-B338-9DEFFDC121E0}" destId="{A43CC069-9897-4453-9D33-FE335C9FD6BE}" srcOrd="0" destOrd="0" presId="urn:microsoft.com/office/officeart/2017/3/layout/HorizontalPathTimeline"/>
    <dgm:cxn modelId="{123F5992-2340-4E56-91ED-333C67189798}" type="presOf" srcId="{B7FE0A77-728C-412D-99F7-4D0B4B5B54F0}" destId="{0046EBCF-7816-4549-824A-84E384D1C909}" srcOrd="0" destOrd="0" presId="urn:microsoft.com/office/officeart/2017/3/layout/HorizontalPathTimeline"/>
    <dgm:cxn modelId="{6543ACC7-B7C3-43AB-8283-88F5B45B1044}" srcId="{B7FE0A77-728C-412D-99F7-4D0B4B5B54F0}" destId="{F16C6AC9-DE1F-4C81-B338-9DEFFDC121E0}" srcOrd="0" destOrd="0" parTransId="{D33D2CF5-6712-414A-ACF5-9F3BD35569D8}" sibTransId="{91772939-D768-43EE-ADC2-7EFD4B73F95D}"/>
    <dgm:cxn modelId="{F22DD3C9-B67F-433C-9C3D-B74BF44F9F01}" srcId="{72B1835F-1D44-4207-B9BC-7DC0F0C3DE56}" destId="{B7FE0A77-728C-412D-99F7-4D0B4B5B54F0}" srcOrd="1" destOrd="0" parTransId="{B08114EA-1A3B-458A-BBC3-AA0E555C8ED3}" sibTransId="{6797BCDA-370B-4625-ADBC-B7C10FEF2213}"/>
    <dgm:cxn modelId="{6BDEB6CD-D80E-4135-8E32-58567DF79343}" type="presOf" srcId="{81908E35-94A6-4C17-8627-847706B914BC}" destId="{C56C7A59-CA12-46E0-8FE2-4FCD2620D794}" srcOrd="0" destOrd="0" presId="urn:microsoft.com/office/officeart/2017/3/layout/HorizontalPathTimeline"/>
    <dgm:cxn modelId="{12107EE1-083F-4926-8ACC-9A5913B5A5A0}" type="presOf" srcId="{9BFB53F5-9634-4976-9C3C-0E562AEF70C9}" destId="{4F1A7680-A7FF-4D91-9715-58671D835B11}" srcOrd="0" destOrd="0" presId="urn:microsoft.com/office/officeart/2017/3/layout/HorizontalPathTimeline"/>
    <dgm:cxn modelId="{DA9C2AF4-D2DB-4674-A95D-838DF8FB2F94}" srcId="{9BFB53F5-9634-4976-9C3C-0E562AEF70C9}" destId="{88D1BC13-B414-4156-BDB2-48C2210B6795}" srcOrd="0" destOrd="0" parTransId="{E8F52888-0D66-4B86-B1C2-6EBC3F52B9A6}" sibTransId="{8E08EF0E-CFA0-40AF-B7A3-3D0AAA52BB06}"/>
    <dgm:cxn modelId="{43A66DF6-FB56-4093-9829-FBA4AE4A75E6}" type="presOf" srcId="{72B1835F-1D44-4207-B9BC-7DC0F0C3DE56}" destId="{4C1EE794-AD3B-43F0-A9BD-D078AD98833F}" srcOrd="0" destOrd="0" presId="urn:microsoft.com/office/officeart/2017/3/layout/HorizontalPathTimeline"/>
    <dgm:cxn modelId="{293C3148-FD6B-4895-A7A2-EB00160AA2C2}" type="presParOf" srcId="{4C1EE794-AD3B-43F0-A9BD-D078AD98833F}" destId="{C07F87E6-8597-4DB0-8F15-6D8D98260D9B}" srcOrd="0" destOrd="0" presId="urn:microsoft.com/office/officeart/2017/3/layout/HorizontalPathTimeline"/>
    <dgm:cxn modelId="{7C28ABCB-DEF5-46BF-B429-A42D69E0BCA9}" type="presParOf" srcId="{4C1EE794-AD3B-43F0-A9BD-D078AD98833F}" destId="{C2942543-83D4-4D45-AF43-8DB5C619F5A5}" srcOrd="1" destOrd="0" presId="urn:microsoft.com/office/officeart/2017/3/layout/HorizontalPathTimeline"/>
    <dgm:cxn modelId="{D5197A36-8B58-4278-A82C-8751CFD1F6D1}" type="presParOf" srcId="{C2942543-83D4-4D45-AF43-8DB5C619F5A5}" destId="{C8AF9CC7-7AB4-451E-9080-059DBDBAC9CF}" srcOrd="0" destOrd="0" presId="urn:microsoft.com/office/officeart/2017/3/layout/HorizontalPathTimeline"/>
    <dgm:cxn modelId="{4890848A-C975-437F-84EF-498D03DB9FED}" type="presParOf" srcId="{C8AF9CC7-7AB4-451E-9080-059DBDBAC9CF}" destId="{C56C7A59-CA12-46E0-8FE2-4FCD2620D794}" srcOrd="0" destOrd="0" presId="urn:microsoft.com/office/officeart/2017/3/layout/HorizontalPathTimeline"/>
    <dgm:cxn modelId="{1F44DF42-A0EE-4ADB-858C-024E713779F1}" type="presParOf" srcId="{C8AF9CC7-7AB4-451E-9080-059DBDBAC9CF}" destId="{11A2E116-767B-415A-AFB1-E0C38EB9E706}" srcOrd="1" destOrd="0" presId="urn:microsoft.com/office/officeart/2017/3/layout/HorizontalPathTimeline"/>
    <dgm:cxn modelId="{8F9FDAF9-BFE4-45F5-AAFB-110E33442A28}" type="presParOf" srcId="{11A2E116-767B-415A-AFB1-E0C38EB9E706}" destId="{40426122-4A39-459C-887A-2678DBECE732}" srcOrd="0" destOrd="0" presId="urn:microsoft.com/office/officeart/2017/3/layout/HorizontalPathTimeline"/>
    <dgm:cxn modelId="{1726A322-55CF-4C13-9CC3-3CA578ACE5DB}" type="presParOf" srcId="{11A2E116-767B-415A-AFB1-E0C38EB9E706}" destId="{740E0BF3-E48F-4F82-9194-5BEAAFF73E67}" srcOrd="1" destOrd="0" presId="urn:microsoft.com/office/officeart/2017/3/layout/HorizontalPathTimeline"/>
    <dgm:cxn modelId="{DB1375D0-B013-405C-917A-88CF2EF228EF}" type="presParOf" srcId="{C8AF9CC7-7AB4-451E-9080-059DBDBAC9CF}" destId="{EC62AE82-3453-48B7-95F2-79F5E628BCC8}" srcOrd="2" destOrd="0" presId="urn:microsoft.com/office/officeart/2017/3/layout/HorizontalPathTimeline"/>
    <dgm:cxn modelId="{5B7C872B-F43F-4DE8-9974-EBABB6E6982B}" type="presParOf" srcId="{C8AF9CC7-7AB4-451E-9080-059DBDBAC9CF}" destId="{0584A0F3-3CF1-4791-9B82-64F62C088D61}" srcOrd="3" destOrd="0" presId="urn:microsoft.com/office/officeart/2017/3/layout/HorizontalPathTimeline"/>
    <dgm:cxn modelId="{786AAADD-FFD5-43EE-8E3F-033A1A602705}" type="presParOf" srcId="{C8AF9CC7-7AB4-451E-9080-059DBDBAC9CF}" destId="{3B46A685-3578-4DB9-B501-9DEFB0963629}" srcOrd="4" destOrd="0" presId="urn:microsoft.com/office/officeart/2017/3/layout/HorizontalPathTimeline"/>
    <dgm:cxn modelId="{7F9242C7-B734-4EC8-BE37-810B08CDB431}" type="presParOf" srcId="{C2942543-83D4-4D45-AF43-8DB5C619F5A5}" destId="{7A5F7715-EAFE-486A-8710-09A887CAECBE}" srcOrd="1" destOrd="0" presId="urn:microsoft.com/office/officeart/2017/3/layout/HorizontalPathTimeline"/>
    <dgm:cxn modelId="{40FD1C32-99A3-4CBD-AA43-E2F7C48EDF4A}" type="presParOf" srcId="{C2942543-83D4-4D45-AF43-8DB5C619F5A5}" destId="{062AC7EA-0419-4219-B86A-B83FF2CCE8F5}" srcOrd="2" destOrd="0" presId="urn:microsoft.com/office/officeart/2017/3/layout/HorizontalPathTimeline"/>
    <dgm:cxn modelId="{B29839F1-70A3-4171-9E7F-240299AD4970}" type="presParOf" srcId="{062AC7EA-0419-4219-B86A-B83FF2CCE8F5}" destId="{0046EBCF-7816-4549-824A-84E384D1C909}" srcOrd="0" destOrd="0" presId="urn:microsoft.com/office/officeart/2017/3/layout/HorizontalPathTimeline"/>
    <dgm:cxn modelId="{85BFFD17-3B0B-4AF0-B545-CFCC20D5181B}" type="presParOf" srcId="{062AC7EA-0419-4219-B86A-B83FF2CCE8F5}" destId="{EB021416-1D58-47C9-AB36-F02CCCE42E70}" srcOrd="1" destOrd="0" presId="urn:microsoft.com/office/officeart/2017/3/layout/HorizontalPathTimeline"/>
    <dgm:cxn modelId="{4E906E07-1AC8-4D33-9A54-EFE2FBB3954A}" type="presParOf" srcId="{EB021416-1D58-47C9-AB36-F02CCCE42E70}" destId="{A43CC069-9897-4453-9D33-FE335C9FD6BE}" srcOrd="0" destOrd="0" presId="urn:microsoft.com/office/officeart/2017/3/layout/HorizontalPathTimeline"/>
    <dgm:cxn modelId="{D0B5F829-0C13-4D99-A346-1BC15FE4B605}" type="presParOf" srcId="{EB021416-1D58-47C9-AB36-F02CCCE42E70}" destId="{70E53B68-A2D6-4FBE-AC35-0B9C44AD5AEF}" srcOrd="1" destOrd="0" presId="urn:microsoft.com/office/officeart/2017/3/layout/HorizontalPathTimeline"/>
    <dgm:cxn modelId="{87B92448-4334-4AB9-BD2F-BA0307D84FC5}" type="presParOf" srcId="{062AC7EA-0419-4219-B86A-B83FF2CCE8F5}" destId="{40DB31B2-723B-43F3-92A9-C715D64160A5}" srcOrd="2" destOrd="0" presId="urn:microsoft.com/office/officeart/2017/3/layout/HorizontalPathTimeline"/>
    <dgm:cxn modelId="{C9B1AD90-30E7-4F1D-8884-F7F17F72CDB3}" type="presParOf" srcId="{062AC7EA-0419-4219-B86A-B83FF2CCE8F5}" destId="{746B95C7-C885-4866-AC02-9B58DED4A5C5}" srcOrd="3" destOrd="0" presId="urn:microsoft.com/office/officeart/2017/3/layout/HorizontalPathTimeline"/>
    <dgm:cxn modelId="{DFD72148-D1AF-4031-9A3A-A1B9DDC4C14C}" type="presParOf" srcId="{062AC7EA-0419-4219-B86A-B83FF2CCE8F5}" destId="{B1CBD166-C935-4965-8652-E68653205103}" srcOrd="4" destOrd="0" presId="urn:microsoft.com/office/officeart/2017/3/layout/HorizontalPathTimeline"/>
    <dgm:cxn modelId="{4E29FF03-A178-49E6-9C7E-757D4F17D8C0}" type="presParOf" srcId="{C2942543-83D4-4D45-AF43-8DB5C619F5A5}" destId="{5F8188CE-0048-4951-8248-9E841BFD25D8}" srcOrd="3" destOrd="0" presId="urn:microsoft.com/office/officeart/2017/3/layout/HorizontalPathTimeline"/>
    <dgm:cxn modelId="{34988CD6-A496-40C9-95B9-16FC48A164AB}" type="presParOf" srcId="{C2942543-83D4-4D45-AF43-8DB5C619F5A5}" destId="{7571AC8A-504E-4F16-9AB6-18476A003DDF}" srcOrd="4" destOrd="0" presId="urn:microsoft.com/office/officeart/2017/3/layout/HorizontalPathTimeline"/>
    <dgm:cxn modelId="{FF2F5F5F-EFCE-4E5D-B05F-DECCFACBC2AA}" type="presParOf" srcId="{7571AC8A-504E-4F16-9AB6-18476A003DDF}" destId="{4F1A7680-A7FF-4D91-9715-58671D835B11}" srcOrd="0" destOrd="0" presId="urn:microsoft.com/office/officeart/2017/3/layout/HorizontalPathTimeline"/>
    <dgm:cxn modelId="{C45553D1-DBA8-4312-923C-602D5132CC93}" type="presParOf" srcId="{7571AC8A-504E-4F16-9AB6-18476A003DDF}" destId="{858E0265-6972-4DA6-B829-6B6B2284AE05}" srcOrd="1" destOrd="0" presId="urn:microsoft.com/office/officeart/2017/3/layout/HorizontalPathTimeline"/>
    <dgm:cxn modelId="{627D92DF-12DF-456D-98A9-1E850F0B5E59}" type="presParOf" srcId="{858E0265-6972-4DA6-B829-6B6B2284AE05}" destId="{658EA722-3A06-4AD4-9789-887D54605F29}" srcOrd="0" destOrd="0" presId="urn:microsoft.com/office/officeart/2017/3/layout/HorizontalPathTimeline"/>
    <dgm:cxn modelId="{1FACB276-A9C4-40D0-97A1-3FACD0642B6F}" type="presParOf" srcId="{858E0265-6972-4DA6-B829-6B6B2284AE05}" destId="{ED570035-2497-471C-A3FA-60C5A5E28F27}" srcOrd="1" destOrd="0" presId="urn:microsoft.com/office/officeart/2017/3/layout/HorizontalPathTimeline"/>
    <dgm:cxn modelId="{0D14186E-B5D2-426A-9F62-D90AA3D0DB9C}" type="presParOf" srcId="{7571AC8A-504E-4F16-9AB6-18476A003DDF}" destId="{6449EF6B-E19B-49FE-B6E6-6CD01486729F}" srcOrd="2" destOrd="0" presId="urn:microsoft.com/office/officeart/2017/3/layout/HorizontalPathTimeline"/>
    <dgm:cxn modelId="{486EC067-A0E4-4F7E-A29F-7655715BD65E}" type="presParOf" srcId="{7571AC8A-504E-4F16-9AB6-18476A003DDF}" destId="{F27DAE17-F62F-4C02-8BCE-4CD39D06C518}" srcOrd="3" destOrd="0" presId="urn:microsoft.com/office/officeart/2017/3/layout/HorizontalPathTimeline"/>
    <dgm:cxn modelId="{42E78761-DA5B-4B07-90F9-8FAB723FC802}" type="presParOf" srcId="{7571AC8A-504E-4F16-9AB6-18476A003DDF}" destId="{C0644836-7A85-4B37-8526-214924E874A8}" srcOrd="4" destOrd="0" presId="urn:microsoft.com/office/officeart/2017/3/layout/HorizontalPathTimeline"/>
    <dgm:cxn modelId="{5E94853C-7736-4A5F-A05F-9C657537F525}" type="presParOf" srcId="{C2942543-83D4-4D45-AF43-8DB5C619F5A5}" destId="{8E32C5C7-AC52-45B3-BEE9-88BCA3235A2A}" srcOrd="5" destOrd="0" presId="urn:microsoft.com/office/officeart/2017/3/layout/HorizontalPathTimeline"/>
    <dgm:cxn modelId="{3A1E0594-9A73-457F-B18C-8432B31BE07F}" type="presParOf" srcId="{C2942543-83D4-4D45-AF43-8DB5C619F5A5}" destId="{A7717EF5-A91E-4A99-82D8-B7FEFFC9E06A}" srcOrd="6" destOrd="0" presId="urn:microsoft.com/office/officeart/2017/3/layout/HorizontalPathTimeline"/>
    <dgm:cxn modelId="{F2FAB7D1-3F73-40EE-B5F6-3749E36AD08D}" type="presParOf" srcId="{A7717EF5-A91E-4A99-82D8-B7FEFFC9E06A}" destId="{2FAF25DE-9110-4324-BD07-70792BB3A979}" srcOrd="0" destOrd="0" presId="urn:microsoft.com/office/officeart/2017/3/layout/HorizontalPathTimeline"/>
    <dgm:cxn modelId="{4CC2EF0A-D55D-4779-90F1-057B67ACEE6C}" type="presParOf" srcId="{A7717EF5-A91E-4A99-82D8-B7FEFFC9E06A}" destId="{256A03DD-5320-4CE5-B2F0-DC99B061B810}" srcOrd="1" destOrd="0" presId="urn:microsoft.com/office/officeart/2017/3/layout/HorizontalPathTimeline"/>
    <dgm:cxn modelId="{36D9F637-11EA-4AD1-A591-7A8B13733F77}" type="presParOf" srcId="{256A03DD-5320-4CE5-B2F0-DC99B061B810}" destId="{58BAC6C9-CFBD-4636-9D73-1CF295DD8BAA}" srcOrd="0" destOrd="0" presId="urn:microsoft.com/office/officeart/2017/3/layout/HorizontalPathTimeline"/>
    <dgm:cxn modelId="{FB45B9A4-3076-46CC-99AB-1EAB3A55533B}" type="presParOf" srcId="{256A03DD-5320-4CE5-B2F0-DC99B061B810}" destId="{B46394F5-37BB-4D84-AE34-D01DC2456C22}" srcOrd="1" destOrd="0" presId="urn:microsoft.com/office/officeart/2017/3/layout/HorizontalPathTimeline"/>
    <dgm:cxn modelId="{765A2939-916C-49CF-8DB6-5858B16D6692}" type="presParOf" srcId="{A7717EF5-A91E-4A99-82D8-B7FEFFC9E06A}" destId="{60EB7CBB-EA7F-4134-83A3-C6EB9E7E8C25}" srcOrd="2" destOrd="0" presId="urn:microsoft.com/office/officeart/2017/3/layout/HorizontalPathTimeline"/>
    <dgm:cxn modelId="{18469135-A91D-407B-8B06-7C9FD365FF57}" type="presParOf" srcId="{A7717EF5-A91E-4A99-82D8-B7FEFFC9E06A}" destId="{C759ADC2-C3E5-445F-BDAB-F2E03FB62BBA}" srcOrd="3" destOrd="0" presId="urn:microsoft.com/office/officeart/2017/3/layout/HorizontalPathTimeline"/>
    <dgm:cxn modelId="{9CD38637-2C23-4DE2-83DB-BF428528B9F7}" type="presParOf" srcId="{A7717EF5-A91E-4A99-82D8-B7FEFFC9E06A}" destId="{64AC211C-98CC-4387-B33A-14FB060A4016}" srcOrd="4" destOrd="0" presId="urn:microsoft.com/office/officeart/2017/3/layout/HorizontalPath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FB835BE-9EB5-4291-99AE-40631D9A4AFE}"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6346EACC-DA1F-43D1-BED8-1BB4674FB3A8}">
      <dgm:prSet/>
      <dgm:spPr/>
      <dgm:t>
        <a:bodyPr/>
        <a:lstStyle/>
        <a:p>
          <a:r>
            <a:rPr lang="en-US" dirty="0"/>
            <a:t>Statistical methods in human genetics</a:t>
          </a:r>
        </a:p>
      </dgm:t>
    </dgm:pt>
    <dgm:pt modelId="{D862CB5B-AD56-4ED7-9726-CEFE0347B39B}" type="parTrans" cxnId="{5B083C12-ACD5-408E-9DAE-46120FB09792}">
      <dgm:prSet/>
      <dgm:spPr/>
      <dgm:t>
        <a:bodyPr/>
        <a:lstStyle/>
        <a:p>
          <a:endParaRPr lang="en-US"/>
        </a:p>
      </dgm:t>
    </dgm:pt>
    <dgm:pt modelId="{011C9919-2C59-47A7-941E-904A8D227F58}" type="sibTrans" cxnId="{5B083C12-ACD5-408E-9DAE-46120FB09792}">
      <dgm:prSet/>
      <dgm:spPr/>
      <dgm:t>
        <a:bodyPr/>
        <a:lstStyle/>
        <a:p>
          <a:endParaRPr lang="en-US"/>
        </a:p>
      </dgm:t>
    </dgm:pt>
    <dgm:pt modelId="{DC5F4E57-0735-4EB5-A4C9-D6ACE083B0FB}">
      <dgm:prSet/>
      <dgm:spPr/>
      <dgm:t>
        <a:bodyPr/>
        <a:lstStyle/>
        <a:p>
          <a:r>
            <a:rPr lang="en-US"/>
            <a:t>Genome-wide association studies</a:t>
          </a:r>
        </a:p>
      </dgm:t>
    </dgm:pt>
    <dgm:pt modelId="{84CEF021-02E1-4065-A00E-9D924356D3F9}" type="parTrans" cxnId="{2CC7380B-BC0D-41D1-A382-07168F170949}">
      <dgm:prSet/>
      <dgm:spPr/>
      <dgm:t>
        <a:bodyPr/>
        <a:lstStyle/>
        <a:p>
          <a:endParaRPr lang="en-US"/>
        </a:p>
      </dgm:t>
    </dgm:pt>
    <dgm:pt modelId="{3F072254-0C55-4379-BEB3-10C11138A8F7}" type="sibTrans" cxnId="{2CC7380B-BC0D-41D1-A382-07168F170949}">
      <dgm:prSet/>
      <dgm:spPr/>
      <dgm:t>
        <a:bodyPr/>
        <a:lstStyle/>
        <a:p>
          <a:endParaRPr lang="en-US"/>
        </a:p>
      </dgm:t>
    </dgm:pt>
    <dgm:pt modelId="{CB76FD3E-82D8-45F6-9D96-B010BB2D5E3A}">
      <dgm:prSet/>
      <dgm:spPr/>
      <dgm:t>
        <a:bodyPr/>
        <a:lstStyle/>
        <a:p>
          <a:r>
            <a:rPr lang="en-US"/>
            <a:t>Polygenic risk scores</a:t>
          </a:r>
        </a:p>
      </dgm:t>
    </dgm:pt>
    <dgm:pt modelId="{D58EE298-87FA-4378-BAF6-4773791CB274}" type="parTrans" cxnId="{F1C9A7CD-CD77-4C4E-904C-2B871CEE8B26}">
      <dgm:prSet/>
      <dgm:spPr/>
      <dgm:t>
        <a:bodyPr/>
        <a:lstStyle/>
        <a:p>
          <a:endParaRPr lang="en-US"/>
        </a:p>
      </dgm:t>
    </dgm:pt>
    <dgm:pt modelId="{5F979398-97F3-495A-9075-830E0352803F}" type="sibTrans" cxnId="{F1C9A7CD-CD77-4C4E-904C-2B871CEE8B26}">
      <dgm:prSet/>
      <dgm:spPr/>
      <dgm:t>
        <a:bodyPr/>
        <a:lstStyle/>
        <a:p>
          <a:endParaRPr lang="en-US"/>
        </a:p>
      </dgm:t>
    </dgm:pt>
    <dgm:pt modelId="{92672E2B-758D-40D3-889D-10E090754117}">
      <dgm:prSet/>
      <dgm:spPr/>
      <dgm:t>
        <a:bodyPr/>
        <a:lstStyle/>
        <a:p>
          <a:r>
            <a:rPr lang="en-US"/>
            <a:t>Multi-trait analyses</a:t>
          </a:r>
        </a:p>
      </dgm:t>
    </dgm:pt>
    <dgm:pt modelId="{BEB03609-2C34-4BDA-8FA8-1C33D9038249}" type="parTrans" cxnId="{ADCBA4EA-7E6A-405D-AEB8-ADAF45B12D36}">
      <dgm:prSet/>
      <dgm:spPr/>
      <dgm:t>
        <a:bodyPr/>
        <a:lstStyle/>
        <a:p>
          <a:endParaRPr lang="en-US"/>
        </a:p>
      </dgm:t>
    </dgm:pt>
    <dgm:pt modelId="{B9BA53DF-8524-4FDB-9868-934CF52DB3E0}" type="sibTrans" cxnId="{ADCBA4EA-7E6A-405D-AEB8-ADAF45B12D36}">
      <dgm:prSet/>
      <dgm:spPr/>
      <dgm:t>
        <a:bodyPr/>
        <a:lstStyle/>
        <a:p>
          <a:endParaRPr lang="en-US"/>
        </a:p>
      </dgm:t>
    </dgm:pt>
    <dgm:pt modelId="{74D25E64-9462-4CD4-9555-E6DA8AA137C1}">
      <dgm:prSet/>
      <dgm:spPr/>
      <dgm:t>
        <a:bodyPr/>
        <a:lstStyle/>
        <a:p>
          <a:r>
            <a:rPr lang="en-US"/>
            <a:t>Joint longitudinal &amp; time to event modeling</a:t>
          </a:r>
        </a:p>
      </dgm:t>
    </dgm:pt>
    <dgm:pt modelId="{662AD55C-A8D1-4284-BD8F-67E15893031F}" type="parTrans" cxnId="{61269FF3-F121-401E-8F85-0A8F834B2220}">
      <dgm:prSet/>
      <dgm:spPr/>
      <dgm:t>
        <a:bodyPr/>
        <a:lstStyle/>
        <a:p>
          <a:endParaRPr lang="en-US"/>
        </a:p>
      </dgm:t>
    </dgm:pt>
    <dgm:pt modelId="{9E06D934-5A02-49C4-AA46-BCBE4F8C9E9B}" type="sibTrans" cxnId="{61269FF3-F121-401E-8F85-0A8F834B2220}">
      <dgm:prSet/>
      <dgm:spPr/>
      <dgm:t>
        <a:bodyPr/>
        <a:lstStyle/>
        <a:p>
          <a:endParaRPr lang="en-US"/>
        </a:p>
      </dgm:t>
    </dgm:pt>
    <dgm:pt modelId="{C9F28D0C-7F81-48F0-9F16-DADAAFD55668}">
      <dgm:prSet/>
      <dgm:spPr/>
      <dgm:t>
        <a:bodyPr/>
        <a:lstStyle/>
        <a:p>
          <a:r>
            <a:rPr lang="en-US"/>
            <a:t>Statistical Collaborations</a:t>
          </a:r>
        </a:p>
      </dgm:t>
    </dgm:pt>
    <dgm:pt modelId="{52F50CCD-8AFE-462A-AFEF-1CAB30148DC5}" type="parTrans" cxnId="{A220CC4B-D8C4-4B8C-B882-37822601C0FB}">
      <dgm:prSet/>
      <dgm:spPr/>
      <dgm:t>
        <a:bodyPr/>
        <a:lstStyle/>
        <a:p>
          <a:endParaRPr lang="en-US"/>
        </a:p>
      </dgm:t>
    </dgm:pt>
    <dgm:pt modelId="{4C40ACE0-943B-41DA-9256-0100D86B5591}" type="sibTrans" cxnId="{A220CC4B-D8C4-4B8C-B882-37822601C0FB}">
      <dgm:prSet/>
      <dgm:spPr/>
      <dgm:t>
        <a:bodyPr/>
        <a:lstStyle/>
        <a:p>
          <a:endParaRPr lang="en-US"/>
        </a:p>
      </dgm:t>
    </dgm:pt>
    <dgm:pt modelId="{DC071721-9411-45D6-91F4-A0A43E87A00D}">
      <dgm:prSet/>
      <dgm:spPr/>
      <dgm:t>
        <a:bodyPr/>
        <a:lstStyle/>
        <a:p>
          <a:r>
            <a:rPr lang="en-US"/>
            <a:t>Bison genomics</a:t>
          </a:r>
        </a:p>
      </dgm:t>
    </dgm:pt>
    <dgm:pt modelId="{339A759D-89F4-437E-B97E-1A6568055691}" type="parTrans" cxnId="{7D5FA7BD-7EA5-489E-B97C-424DA11E7606}">
      <dgm:prSet/>
      <dgm:spPr/>
      <dgm:t>
        <a:bodyPr/>
        <a:lstStyle/>
        <a:p>
          <a:endParaRPr lang="en-US"/>
        </a:p>
      </dgm:t>
    </dgm:pt>
    <dgm:pt modelId="{20748954-8B0D-4953-9539-BD723F11E604}" type="sibTrans" cxnId="{7D5FA7BD-7EA5-489E-B97C-424DA11E7606}">
      <dgm:prSet/>
      <dgm:spPr/>
      <dgm:t>
        <a:bodyPr/>
        <a:lstStyle/>
        <a:p>
          <a:endParaRPr lang="en-US"/>
        </a:p>
      </dgm:t>
    </dgm:pt>
    <dgm:pt modelId="{1D9995CC-479B-4991-AD9E-44D85AD1B1E0}">
      <dgm:prSet/>
      <dgm:spPr/>
      <dgm:t>
        <a:bodyPr/>
        <a:lstStyle/>
        <a:p>
          <a:r>
            <a:rPr lang="en-US"/>
            <a:t>Research Design &amp; Analysis Center</a:t>
          </a:r>
        </a:p>
      </dgm:t>
    </dgm:pt>
    <dgm:pt modelId="{2D62898C-23FD-4512-BE59-BFD902284276}" type="parTrans" cxnId="{04B2C517-5361-40EC-8E67-505243E2254F}">
      <dgm:prSet/>
      <dgm:spPr/>
      <dgm:t>
        <a:bodyPr/>
        <a:lstStyle/>
        <a:p>
          <a:endParaRPr lang="en-US"/>
        </a:p>
      </dgm:t>
    </dgm:pt>
    <dgm:pt modelId="{D500311C-3634-4F48-AEB5-C535B620BA41}" type="sibTrans" cxnId="{04B2C517-5361-40EC-8E67-505243E2254F}">
      <dgm:prSet/>
      <dgm:spPr/>
      <dgm:t>
        <a:bodyPr/>
        <a:lstStyle/>
        <a:p>
          <a:endParaRPr lang="en-US"/>
        </a:p>
      </dgm:t>
    </dgm:pt>
    <dgm:pt modelId="{F7047ADA-CB4F-4ED1-A86A-C41B2C33E76B}">
      <dgm:prSet/>
      <dgm:spPr/>
      <dgm:t>
        <a:bodyPr/>
        <a:lstStyle/>
        <a:p>
          <a:r>
            <a:rPr lang="en-US"/>
            <a:t>Data science education</a:t>
          </a:r>
        </a:p>
      </dgm:t>
    </dgm:pt>
    <dgm:pt modelId="{9CC74E37-9803-4A0E-A567-E9057DA3EF25}" type="parTrans" cxnId="{FC9130CF-0C2A-437E-B14C-1620A5FEF0A9}">
      <dgm:prSet/>
      <dgm:spPr/>
      <dgm:t>
        <a:bodyPr/>
        <a:lstStyle/>
        <a:p>
          <a:endParaRPr lang="en-US"/>
        </a:p>
      </dgm:t>
    </dgm:pt>
    <dgm:pt modelId="{04308D7C-E227-4EAF-A4E4-ED85935B2FF2}" type="sibTrans" cxnId="{FC9130CF-0C2A-437E-B14C-1620A5FEF0A9}">
      <dgm:prSet/>
      <dgm:spPr/>
      <dgm:t>
        <a:bodyPr/>
        <a:lstStyle/>
        <a:p>
          <a:endParaRPr lang="en-US"/>
        </a:p>
      </dgm:t>
    </dgm:pt>
    <dgm:pt modelId="{7F5B0991-BE5B-4035-B828-7F1172EDF6B1}">
      <dgm:prSet/>
      <dgm:spPr/>
      <dgm:t>
        <a:bodyPr/>
        <a:lstStyle/>
        <a:p>
          <a:r>
            <a:rPr lang="en-US" dirty="0"/>
            <a:t>Capstone projects</a:t>
          </a:r>
        </a:p>
      </dgm:t>
    </dgm:pt>
    <dgm:pt modelId="{F2045DEE-8ABD-43FD-AD6C-6643C6C3D955}" type="parTrans" cxnId="{DA1D125D-9551-45F3-8581-4FE4F770FE87}">
      <dgm:prSet/>
      <dgm:spPr/>
      <dgm:t>
        <a:bodyPr/>
        <a:lstStyle/>
        <a:p>
          <a:endParaRPr lang="en-US"/>
        </a:p>
      </dgm:t>
    </dgm:pt>
    <dgm:pt modelId="{5044CC1E-EEFA-416D-818A-EF1683259650}" type="sibTrans" cxnId="{DA1D125D-9551-45F3-8581-4FE4F770FE87}">
      <dgm:prSet/>
      <dgm:spPr/>
      <dgm:t>
        <a:bodyPr/>
        <a:lstStyle/>
        <a:p>
          <a:endParaRPr lang="en-US"/>
        </a:p>
      </dgm:t>
    </dgm:pt>
    <dgm:pt modelId="{09BB510C-E81C-4E82-80F8-1A4D3864D9F6}">
      <dgm:prSet/>
      <dgm:spPr/>
      <dgm:t>
        <a:bodyPr/>
        <a:lstStyle/>
        <a:p>
          <a:r>
            <a:rPr lang="en-US" dirty="0"/>
            <a:t>Latent Dirichlet allocation topic models &amp; text analysis</a:t>
          </a:r>
        </a:p>
      </dgm:t>
    </dgm:pt>
    <dgm:pt modelId="{B91FD3F1-8974-4458-B3AC-19158F389F5B}" type="parTrans" cxnId="{D870E4EB-61A2-451A-8ED0-756B87E2759D}">
      <dgm:prSet/>
      <dgm:spPr/>
      <dgm:t>
        <a:bodyPr/>
        <a:lstStyle/>
        <a:p>
          <a:endParaRPr lang="en-US"/>
        </a:p>
      </dgm:t>
    </dgm:pt>
    <dgm:pt modelId="{335D5D92-34CD-468F-9A16-B225B929D258}" type="sibTrans" cxnId="{D870E4EB-61A2-451A-8ED0-756B87E2759D}">
      <dgm:prSet/>
      <dgm:spPr/>
      <dgm:t>
        <a:bodyPr/>
        <a:lstStyle/>
        <a:p>
          <a:endParaRPr lang="en-US"/>
        </a:p>
      </dgm:t>
    </dgm:pt>
    <dgm:pt modelId="{74701CE0-53F1-4C77-B6D6-C45731FD6520}" type="pres">
      <dgm:prSet presAssocID="{FFB835BE-9EB5-4291-99AE-40631D9A4AFE}" presName="root" presStyleCnt="0">
        <dgm:presLayoutVars>
          <dgm:dir/>
          <dgm:resizeHandles val="exact"/>
        </dgm:presLayoutVars>
      </dgm:prSet>
      <dgm:spPr/>
    </dgm:pt>
    <dgm:pt modelId="{A525AD3C-68BA-4D4F-8464-C351F0F07534}" type="pres">
      <dgm:prSet presAssocID="{6346EACC-DA1F-43D1-BED8-1BB4674FB3A8}" presName="compNode" presStyleCnt="0"/>
      <dgm:spPr/>
    </dgm:pt>
    <dgm:pt modelId="{B2AF16E8-AFAF-40A7-8376-B355C119AC8C}" type="pres">
      <dgm:prSet presAssocID="{6346EACC-DA1F-43D1-BED8-1BB4674FB3A8}" presName="bgRect" presStyleLbl="bgShp" presStyleIdx="0" presStyleCnt="3"/>
      <dgm:spPr/>
    </dgm:pt>
    <dgm:pt modelId="{A9D6E833-BB2E-4105-8EC0-B759066D7FBD}" type="pres">
      <dgm:prSet presAssocID="{6346EACC-DA1F-43D1-BED8-1BB4674FB3A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NA"/>
        </a:ext>
      </dgm:extLst>
    </dgm:pt>
    <dgm:pt modelId="{01AB1327-189E-407A-A99A-56CC5C65C575}" type="pres">
      <dgm:prSet presAssocID="{6346EACC-DA1F-43D1-BED8-1BB4674FB3A8}" presName="spaceRect" presStyleCnt="0"/>
      <dgm:spPr/>
    </dgm:pt>
    <dgm:pt modelId="{5D48B7FB-934A-4C7F-884A-764FAC4471D4}" type="pres">
      <dgm:prSet presAssocID="{6346EACC-DA1F-43D1-BED8-1BB4674FB3A8}" presName="parTx" presStyleLbl="revTx" presStyleIdx="0" presStyleCnt="6">
        <dgm:presLayoutVars>
          <dgm:chMax val="0"/>
          <dgm:chPref val="0"/>
        </dgm:presLayoutVars>
      </dgm:prSet>
      <dgm:spPr/>
    </dgm:pt>
    <dgm:pt modelId="{299619AD-81DB-4621-BB4A-8FE8C80750D3}" type="pres">
      <dgm:prSet presAssocID="{6346EACC-DA1F-43D1-BED8-1BB4674FB3A8}" presName="desTx" presStyleLbl="revTx" presStyleIdx="1" presStyleCnt="6">
        <dgm:presLayoutVars/>
      </dgm:prSet>
      <dgm:spPr/>
    </dgm:pt>
    <dgm:pt modelId="{F84C0B2B-DA40-420E-8273-1EC8A83C9290}" type="pres">
      <dgm:prSet presAssocID="{011C9919-2C59-47A7-941E-904A8D227F58}" presName="sibTrans" presStyleCnt="0"/>
      <dgm:spPr/>
    </dgm:pt>
    <dgm:pt modelId="{4696C20C-6C7B-4DCA-806E-75E5D02C596D}" type="pres">
      <dgm:prSet presAssocID="{C9F28D0C-7F81-48F0-9F16-DADAAFD55668}" presName="compNode" presStyleCnt="0"/>
      <dgm:spPr/>
    </dgm:pt>
    <dgm:pt modelId="{FEDED5B8-D461-44D9-8234-AC24B77525C2}" type="pres">
      <dgm:prSet presAssocID="{C9F28D0C-7F81-48F0-9F16-DADAAFD55668}" presName="bgRect" presStyleLbl="bgShp" presStyleIdx="1" presStyleCnt="3"/>
      <dgm:spPr/>
    </dgm:pt>
    <dgm:pt modelId="{9E1E0385-2C08-47E4-9D6B-789ABB98AA50}" type="pres">
      <dgm:prSet presAssocID="{C9F28D0C-7F81-48F0-9F16-DADAAFD5566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orse"/>
        </a:ext>
      </dgm:extLst>
    </dgm:pt>
    <dgm:pt modelId="{D70E7B72-821E-4EF2-B878-2C5478A00F5A}" type="pres">
      <dgm:prSet presAssocID="{C9F28D0C-7F81-48F0-9F16-DADAAFD55668}" presName="spaceRect" presStyleCnt="0"/>
      <dgm:spPr/>
    </dgm:pt>
    <dgm:pt modelId="{A8C22946-6085-4E89-B0DD-C5B475A79792}" type="pres">
      <dgm:prSet presAssocID="{C9F28D0C-7F81-48F0-9F16-DADAAFD55668}" presName="parTx" presStyleLbl="revTx" presStyleIdx="2" presStyleCnt="6">
        <dgm:presLayoutVars>
          <dgm:chMax val="0"/>
          <dgm:chPref val="0"/>
        </dgm:presLayoutVars>
      </dgm:prSet>
      <dgm:spPr/>
    </dgm:pt>
    <dgm:pt modelId="{384A6441-D0E7-4B44-9DA6-3253F9B4CE10}" type="pres">
      <dgm:prSet presAssocID="{C9F28D0C-7F81-48F0-9F16-DADAAFD55668}" presName="desTx" presStyleLbl="revTx" presStyleIdx="3" presStyleCnt="6">
        <dgm:presLayoutVars/>
      </dgm:prSet>
      <dgm:spPr/>
    </dgm:pt>
    <dgm:pt modelId="{6EDD034E-F108-464F-84C9-20FBBF59C35A}" type="pres">
      <dgm:prSet presAssocID="{4C40ACE0-943B-41DA-9256-0100D86B5591}" presName="sibTrans" presStyleCnt="0"/>
      <dgm:spPr/>
    </dgm:pt>
    <dgm:pt modelId="{06F3777A-3A4E-4D96-805C-4977908B17DF}" type="pres">
      <dgm:prSet presAssocID="{F7047ADA-CB4F-4ED1-A86A-C41B2C33E76B}" presName="compNode" presStyleCnt="0"/>
      <dgm:spPr/>
    </dgm:pt>
    <dgm:pt modelId="{37F203C5-19FD-4877-8F0F-DF273526D3BF}" type="pres">
      <dgm:prSet presAssocID="{F7047ADA-CB4F-4ED1-A86A-C41B2C33E76B}" presName="bgRect" presStyleLbl="bgShp" presStyleIdx="2" presStyleCnt="3"/>
      <dgm:spPr/>
    </dgm:pt>
    <dgm:pt modelId="{D0B28BF9-8DE8-4665-8A95-3B36949CEAA0}" type="pres">
      <dgm:prSet presAssocID="{F7047ADA-CB4F-4ED1-A86A-C41B2C33E76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460D3A04-311B-4878-94DA-4682AFDD6ABD}" type="pres">
      <dgm:prSet presAssocID="{F7047ADA-CB4F-4ED1-A86A-C41B2C33E76B}" presName="spaceRect" presStyleCnt="0"/>
      <dgm:spPr/>
    </dgm:pt>
    <dgm:pt modelId="{F05AE767-65CE-4AF4-BB2B-28845231BA5F}" type="pres">
      <dgm:prSet presAssocID="{F7047ADA-CB4F-4ED1-A86A-C41B2C33E76B}" presName="parTx" presStyleLbl="revTx" presStyleIdx="4" presStyleCnt="6">
        <dgm:presLayoutVars>
          <dgm:chMax val="0"/>
          <dgm:chPref val="0"/>
        </dgm:presLayoutVars>
      </dgm:prSet>
      <dgm:spPr/>
    </dgm:pt>
    <dgm:pt modelId="{A4E35534-3027-45CB-B014-30B25CE45146}" type="pres">
      <dgm:prSet presAssocID="{F7047ADA-CB4F-4ED1-A86A-C41B2C33E76B}" presName="desTx" presStyleLbl="revTx" presStyleIdx="5" presStyleCnt="6">
        <dgm:presLayoutVars/>
      </dgm:prSet>
      <dgm:spPr/>
    </dgm:pt>
  </dgm:ptLst>
  <dgm:cxnLst>
    <dgm:cxn modelId="{DA0C0402-9752-49DC-933D-0910103ACC11}" type="presOf" srcId="{FFB835BE-9EB5-4291-99AE-40631D9A4AFE}" destId="{74701CE0-53F1-4C77-B6D6-C45731FD6520}" srcOrd="0" destOrd="0" presId="urn:microsoft.com/office/officeart/2018/2/layout/IconVerticalSolidList"/>
    <dgm:cxn modelId="{2CC7380B-BC0D-41D1-A382-07168F170949}" srcId="{6346EACC-DA1F-43D1-BED8-1BB4674FB3A8}" destId="{DC5F4E57-0735-4EB5-A4C9-D6ACE083B0FB}" srcOrd="0" destOrd="0" parTransId="{84CEF021-02E1-4065-A00E-9D924356D3F9}" sibTransId="{3F072254-0C55-4379-BEB3-10C11138A8F7}"/>
    <dgm:cxn modelId="{8D54ED0C-F046-4E7B-9200-F9EB68247504}" type="presOf" srcId="{09BB510C-E81C-4E82-80F8-1A4D3864D9F6}" destId="{A4E35534-3027-45CB-B014-30B25CE45146}" srcOrd="0" destOrd="1" presId="urn:microsoft.com/office/officeart/2018/2/layout/IconVerticalSolidList"/>
    <dgm:cxn modelId="{5B083C12-ACD5-408E-9DAE-46120FB09792}" srcId="{FFB835BE-9EB5-4291-99AE-40631D9A4AFE}" destId="{6346EACC-DA1F-43D1-BED8-1BB4674FB3A8}" srcOrd="0" destOrd="0" parTransId="{D862CB5B-AD56-4ED7-9726-CEFE0347B39B}" sibTransId="{011C9919-2C59-47A7-941E-904A8D227F58}"/>
    <dgm:cxn modelId="{04B2C517-5361-40EC-8E67-505243E2254F}" srcId="{C9F28D0C-7F81-48F0-9F16-DADAAFD55668}" destId="{1D9995CC-479B-4991-AD9E-44D85AD1B1E0}" srcOrd="1" destOrd="0" parTransId="{2D62898C-23FD-4512-BE59-BFD902284276}" sibTransId="{D500311C-3634-4F48-AEB5-C535B620BA41}"/>
    <dgm:cxn modelId="{73AAD72E-ECBB-4665-B4E2-DF227751AD4C}" type="presOf" srcId="{CB76FD3E-82D8-45F6-9D96-B010BB2D5E3A}" destId="{299619AD-81DB-4621-BB4A-8FE8C80750D3}" srcOrd="0" destOrd="1" presId="urn:microsoft.com/office/officeart/2018/2/layout/IconVerticalSolidList"/>
    <dgm:cxn modelId="{DA1D125D-9551-45F3-8581-4FE4F770FE87}" srcId="{F7047ADA-CB4F-4ED1-A86A-C41B2C33E76B}" destId="{7F5B0991-BE5B-4035-B828-7F1172EDF6B1}" srcOrd="0" destOrd="0" parTransId="{F2045DEE-8ABD-43FD-AD6C-6643C6C3D955}" sibTransId="{5044CC1E-EEFA-416D-818A-EF1683259650}"/>
    <dgm:cxn modelId="{6E0FBD5D-9D15-4718-B71F-BD4643E72CB1}" type="presOf" srcId="{7F5B0991-BE5B-4035-B828-7F1172EDF6B1}" destId="{A4E35534-3027-45CB-B014-30B25CE45146}" srcOrd="0" destOrd="0" presId="urn:microsoft.com/office/officeart/2018/2/layout/IconVerticalSolidList"/>
    <dgm:cxn modelId="{A220CC4B-D8C4-4B8C-B882-37822601C0FB}" srcId="{FFB835BE-9EB5-4291-99AE-40631D9A4AFE}" destId="{C9F28D0C-7F81-48F0-9F16-DADAAFD55668}" srcOrd="1" destOrd="0" parTransId="{52F50CCD-8AFE-462A-AFEF-1CAB30148DC5}" sibTransId="{4C40ACE0-943B-41DA-9256-0100D86B5591}"/>
    <dgm:cxn modelId="{4690717E-3A7A-4B2A-975B-4C98A0B548FD}" type="presOf" srcId="{1D9995CC-479B-4991-AD9E-44D85AD1B1E0}" destId="{384A6441-D0E7-4B44-9DA6-3253F9B4CE10}" srcOrd="0" destOrd="1" presId="urn:microsoft.com/office/officeart/2018/2/layout/IconVerticalSolidList"/>
    <dgm:cxn modelId="{A9687D80-8AFE-4086-8626-2AFA124EBB82}" type="presOf" srcId="{6346EACC-DA1F-43D1-BED8-1BB4674FB3A8}" destId="{5D48B7FB-934A-4C7F-884A-764FAC4471D4}" srcOrd="0" destOrd="0" presId="urn:microsoft.com/office/officeart/2018/2/layout/IconVerticalSolidList"/>
    <dgm:cxn modelId="{E7D6B58A-4EAF-4F48-9207-B1839183D976}" type="presOf" srcId="{C9F28D0C-7F81-48F0-9F16-DADAAFD55668}" destId="{A8C22946-6085-4E89-B0DD-C5B475A79792}" srcOrd="0" destOrd="0" presId="urn:microsoft.com/office/officeart/2018/2/layout/IconVerticalSolidList"/>
    <dgm:cxn modelId="{67BCFB97-94FD-48C7-B867-AF0DEB8F2BFF}" type="presOf" srcId="{F7047ADA-CB4F-4ED1-A86A-C41B2C33E76B}" destId="{F05AE767-65CE-4AF4-BB2B-28845231BA5F}" srcOrd="0" destOrd="0" presId="urn:microsoft.com/office/officeart/2018/2/layout/IconVerticalSolidList"/>
    <dgm:cxn modelId="{FC8D369E-76A7-4CA7-92E2-0EEA6DECF3A0}" type="presOf" srcId="{74D25E64-9462-4CD4-9555-E6DA8AA137C1}" destId="{299619AD-81DB-4621-BB4A-8FE8C80750D3}" srcOrd="0" destOrd="3" presId="urn:microsoft.com/office/officeart/2018/2/layout/IconVerticalSolidList"/>
    <dgm:cxn modelId="{F07A44B0-D9EC-4146-A9D0-5AB7F8AD6B34}" type="presOf" srcId="{DC5F4E57-0735-4EB5-A4C9-D6ACE083B0FB}" destId="{299619AD-81DB-4621-BB4A-8FE8C80750D3}" srcOrd="0" destOrd="0" presId="urn:microsoft.com/office/officeart/2018/2/layout/IconVerticalSolidList"/>
    <dgm:cxn modelId="{7D5FA7BD-7EA5-489E-B97C-424DA11E7606}" srcId="{C9F28D0C-7F81-48F0-9F16-DADAAFD55668}" destId="{DC071721-9411-45D6-91F4-A0A43E87A00D}" srcOrd="0" destOrd="0" parTransId="{339A759D-89F4-437E-B97E-1A6568055691}" sibTransId="{20748954-8B0D-4953-9539-BD723F11E604}"/>
    <dgm:cxn modelId="{F1C9A7CD-CD77-4C4E-904C-2B871CEE8B26}" srcId="{6346EACC-DA1F-43D1-BED8-1BB4674FB3A8}" destId="{CB76FD3E-82D8-45F6-9D96-B010BB2D5E3A}" srcOrd="1" destOrd="0" parTransId="{D58EE298-87FA-4378-BAF6-4773791CB274}" sibTransId="{5F979398-97F3-495A-9075-830E0352803F}"/>
    <dgm:cxn modelId="{FC9130CF-0C2A-437E-B14C-1620A5FEF0A9}" srcId="{FFB835BE-9EB5-4291-99AE-40631D9A4AFE}" destId="{F7047ADA-CB4F-4ED1-A86A-C41B2C33E76B}" srcOrd="2" destOrd="0" parTransId="{9CC74E37-9803-4A0E-A567-E9057DA3EF25}" sibTransId="{04308D7C-E227-4EAF-A4E4-ED85935B2FF2}"/>
    <dgm:cxn modelId="{D77252DE-CC60-4AC3-A832-003CF1F6E2A3}" type="presOf" srcId="{92672E2B-758D-40D3-889D-10E090754117}" destId="{299619AD-81DB-4621-BB4A-8FE8C80750D3}" srcOrd="0" destOrd="2" presId="urn:microsoft.com/office/officeart/2018/2/layout/IconVerticalSolidList"/>
    <dgm:cxn modelId="{5CE0B6E6-6EDA-4CD0-ACBF-B232EF048255}" type="presOf" srcId="{DC071721-9411-45D6-91F4-A0A43E87A00D}" destId="{384A6441-D0E7-4B44-9DA6-3253F9B4CE10}" srcOrd="0" destOrd="0" presId="urn:microsoft.com/office/officeart/2018/2/layout/IconVerticalSolidList"/>
    <dgm:cxn modelId="{ADCBA4EA-7E6A-405D-AEB8-ADAF45B12D36}" srcId="{6346EACC-DA1F-43D1-BED8-1BB4674FB3A8}" destId="{92672E2B-758D-40D3-889D-10E090754117}" srcOrd="2" destOrd="0" parTransId="{BEB03609-2C34-4BDA-8FA8-1C33D9038249}" sibTransId="{B9BA53DF-8524-4FDB-9868-934CF52DB3E0}"/>
    <dgm:cxn modelId="{D870E4EB-61A2-451A-8ED0-756B87E2759D}" srcId="{F7047ADA-CB4F-4ED1-A86A-C41B2C33E76B}" destId="{09BB510C-E81C-4E82-80F8-1A4D3864D9F6}" srcOrd="1" destOrd="0" parTransId="{B91FD3F1-8974-4458-B3AC-19158F389F5B}" sibTransId="{335D5D92-34CD-468F-9A16-B225B929D258}"/>
    <dgm:cxn modelId="{61269FF3-F121-401E-8F85-0A8F834B2220}" srcId="{6346EACC-DA1F-43D1-BED8-1BB4674FB3A8}" destId="{74D25E64-9462-4CD4-9555-E6DA8AA137C1}" srcOrd="3" destOrd="0" parTransId="{662AD55C-A8D1-4284-BD8F-67E15893031F}" sibTransId="{9E06D934-5A02-49C4-AA46-BCBE4F8C9E9B}"/>
    <dgm:cxn modelId="{DD40B9B2-B1A3-4879-817C-953451D77875}" type="presParOf" srcId="{74701CE0-53F1-4C77-B6D6-C45731FD6520}" destId="{A525AD3C-68BA-4D4F-8464-C351F0F07534}" srcOrd="0" destOrd="0" presId="urn:microsoft.com/office/officeart/2018/2/layout/IconVerticalSolidList"/>
    <dgm:cxn modelId="{7FC3F8A9-8F53-4284-90D2-34208E2CFBEE}" type="presParOf" srcId="{A525AD3C-68BA-4D4F-8464-C351F0F07534}" destId="{B2AF16E8-AFAF-40A7-8376-B355C119AC8C}" srcOrd="0" destOrd="0" presId="urn:microsoft.com/office/officeart/2018/2/layout/IconVerticalSolidList"/>
    <dgm:cxn modelId="{11F17F4C-8A3E-4B8C-9EAC-772229A85427}" type="presParOf" srcId="{A525AD3C-68BA-4D4F-8464-C351F0F07534}" destId="{A9D6E833-BB2E-4105-8EC0-B759066D7FBD}" srcOrd="1" destOrd="0" presId="urn:microsoft.com/office/officeart/2018/2/layout/IconVerticalSolidList"/>
    <dgm:cxn modelId="{C1CB41C4-7A96-4901-9472-F09212363C55}" type="presParOf" srcId="{A525AD3C-68BA-4D4F-8464-C351F0F07534}" destId="{01AB1327-189E-407A-A99A-56CC5C65C575}" srcOrd="2" destOrd="0" presId="urn:microsoft.com/office/officeart/2018/2/layout/IconVerticalSolidList"/>
    <dgm:cxn modelId="{99BE4A09-6C98-4CB5-808A-289A3ACE1590}" type="presParOf" srcId="{A525AD3C-68BA-4D4F-8464-C351F0F07534}" destId="{5D48B7FB-934A-4C7F-884A-764FAC4471D4}" srcOrd="3" destOrd="0" presId="urn:microsoft.com/office/officeart/2018/2/layout/IconVerticalSolidList"/>
    <dgm:cxn modelId="{FC509F02-96D0-46DF-AAC2-6AC1A85B74CD}" type="presParOf" srcId="{A525AD3C-68BA-4D4F-8464-C351F0F07534}" destId="{299619AD-81DB-4621-BB4A-8FE8C80750D3}" srcOrd="4" destOrd="0" presId="urn:microsoft.com/office/officeart/2018/2/layout/IconVerticalSolidList"/>
    <dgm:cxn modelId="{2A30819E-ED7D-4954-A663-1C2A827ABA12}" type="presParOf" srcId="{74701CE0-53F1-4C77-B6D6-C45731FD6520}" destId="{F84C0B2B-DA40-420E-8273-1EC8A83C9290}" srcOrd="1" destOrd="0" presId="urn:microsoft.com/office/officeart/2018/2/layout/IconVerticalSolidList"/>
    <dgm:cxn modelId="{0FC5C55B-0A24-4FFF-AF5B-69259C8ED047}" type="presParOf" srcId="{74701CE0-53F1-4C77-B6D6-C45731FD6520}" destId="{4696C20C-6C7B-4DCA-806E-75E5D02C596D}" srcOrd="2" destOrd="0" presId="urn:microsoft.com/office/officeart/2018/2/layout/IconVerticalSolidList"/>
    <dgm:cxn modelId="{FA61B43A-2A6F-4AFA-B8D6-A607EC50F0DF}" type="presParOf" srcId="{4696C20C-6C7B-4DCA-806E-75E5D02C596D}" destId="{FEDED5B8-D461-44D9-8234-AC24B77525C2}" srcOrd="0" destOrd="0" presId="urn:microsoft.com/office/officeart/2018/2/layout/IconVerticalSolidList"/>
    <dgm:cxn modelId="{AC807EAD-EFDC-47F6-86B1-87F7C68005E2}" type="presParOf" srcId="{4696C20C-6C7B-4DCA-806E-75E5D02C596D}" destId="{9E1E0385-2C08-47E4-9D6B-789ABB98AA50}" srcOrd="1" destOrd="0" presId="urn:microsoft.com/office/officeart/2018/2/layout/IconVerticalSolidList"/>
    <dgm:cxn modelId="{A423EA62-A7F2-4EF1-A1F1-EB6A8C17BDB8}" type="presParOf" srcId="{4696C20C-6C7B-4DCA-806E-75E5D02C596D}" destId="{D70E7B72-821E-4EF2-B878-2C5478A00F5A}" srcOrd="2" destOrd="0" presId="urn:microsoft.com/office/officeart/2018/2/layout/IconVerticalSolidList"/>
    <dgm:cxn modelId="{41BA103D-01F3-44D2-A70D-009F75098EA3}" type="presParOf" srcId="{4696C20C-6C7B-4DCA-806E-75E5D02C596D}" destId="{A8C22946-6085-4E89-B0DD-C5B475A79792}" srcOrd="3" destOrd="0" presId="urn:microsoft.com/office/officeart/2018/2/layout/IconVerticalSolidList"/>
    <dgm:cxn modelId="{D1F7D561-59AB-4177-AF09-AA16C2967651}" type="presParOf" srcId="{4696C20C-6C7B-4DCA-806E-75E5D02C596D}" destId="{384A6441-D0E7-4B44-9DA6-3253F9B4CE10}" srcOrd="4" destOrd="0" presId="urn:microsoft.com/office/officeart/2018/2/layout/IconVerticalSolidList"/>
    <dgm:cxn modelId="{D1B2DD7E-AC4A-41C2-BB2F-BC58F45443DC}" type="presParOf" srcId="{74701CE0-53F1-4C77-B6D6-C45731FD6520}" destId="{6EDD034E-F108-464F-84C9-20FBBF59C35A}" srcOrd="3" destOrd="0" presId="urn:microsoft.com/office/officeart/2018/2/layout/IconVerticalSolidList"/>
    <dgm:cxn modelId="{F83C595F-ACD7-49D6-B74F-FFE1FF2AF73E}" type="presParOf" srcId="{74701CE0-53F1-4C77-B6D6-C45731FD6520}" destId="{06F3777A-3A4E-4D96-805C-4977908B17DF}" srcOrd="4" destOrd="0" presId="urn:microsoft.com/office/officeart/2018/2/layout/IconVerticalSolidList"/>
    <dgm:cxn modelId="{168EBEA0-8C8E-4B6A-80F1-FF77108FFBB1}" type="presParOf" srcId="{06F3777A-3A4E-4D96-805C-4977908B17DF}" destId="{37F203C5-19FD-4877-8F0F-DF273526D3BF}" srcOrd="0" destOrd="0" presId="urn:microsoft.com/office/officeart/2018/2/layout/IconVerticalSolidList"/>
    <dgm:cxn modelId="{341B46FA-5B87-457C-B716-751379DBA9DE}" type="presParOf" srcId="{06F3777A-3A4E-4D96-805C-4977908B17DF}" destId="{D0B28BF9-8DE8-4665-8A95-3B36949CEAA0}" srcOrd="1" destOrd="0" presId="urn:microsoft.com/office/officeart/2018/2/layout/IconVerticalSolidList"/>
    <dgm:cxn modelId="{66F6EFC2-07E0-4025-9605-1655D0B45FDE}" type="presParOf" srcId="{06F3777A-3A4E-4D96-805C-4977908B17DF}" destId="{460D3A04-311B-4878-94DA-4682AFDD6ABD}" srcOrd="2" destOrd="0" presId="urn:microsoft.com/office/officeart/2018/2/layout/IconVerticalSolidList"/>
    <dgm:cxn modelId="{86080A72-FC34-43C7-AD2F-6870516EB14D}" type="presParOf" srcId="{06F3777A-3A4E-4D96-805C-4977908B17DF}" destId="{F05AE767-65CE-4AF4-BB2B-28845231BA5F}" srcOrd="3" destOrd="0" presId="urn:microsoft.com/office/officeart/2018/2/layout/IconVerticalSolidList"/>
    <dgm:cxn modelId="{B77F34EC-1812-4200-B84F-A9A862FAAE58}" type="presParOf" srcId="{06F3777A-3A4E-4D96-805C-4977908B17DF}" destId="{A4E35534-3027-45CB-B014-30B25CE45146}"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6C7A59-CA12-46E0-8FE2-4FCD2620D794}">
      <dsp:nvSpPr>
        <dsp:cNvPr id="0" name=""/>
        <dsp:cNvSpPr/>
      </dsp:nvSpPr>
      <dsp:spPr>
        <a:xfrm>
          <a:off x="290497" y="2556259"/>
          <a:ext cx="2316909" cy="537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2007</a:t>
          </a:r>
        </a:p>
      </dsp:txBody>
      <dsp:txXfrm>
        <a:off x="290497" y="2556259"/>
        <a:ext cx="2316909" cy="537909"/>
      </dsp:txXfrm>
    </dsp:sp>
    <dsp:sp modelId="{C07F87E6-8597-4DB0-8F15-6D8D98260D9B}">
      <dsp:nvSpPr>
        <dsp:cNvPr id="0" name=""/>
        <dsp:cNvSpPr/>
      </dsp:nvSpPr>
      <dsp:spPr>
        <a:xfrm>
          <a:off x="0" y="2284924"/>
          <a:ext cx="7242111" cy="19041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40426122-4A39-459C-887A-2678DBECE732}">
      <dsp:nvSpPr>
        <dsp:cNvPr id="0" name=""/>
        <dsp:cNvSpPr/>
      </dsp:nvSpPr>
      <dsp:spPr>
        <a:xfrm>
          <a:off x="174652" y="790872"/>
          <a:ext cx="2548600" cy="68480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M.D., M.S., U. Wisconsin-Madison</a:t>
          </a:r>
        </a:p>
      </dsp:txBody>
      <dsp:txXfrm>
        <a:off x="174652" y="790872"/>
        <a:ext cx="2548600" cy="684807"/>
      </dsp:txXfrm>
    </dsp:sp>
    <dsp:sp modelId="{EC62AE82-3453-48B7-95F2-79F5E628BCC8}">
      <dsp:nvSpPr>
        <dsp:cNvPr id="0" name=""/>
        <dsp:cNvSpPr/>
      </dsp:nvSpPr>
      <dsp:spPr>
        <a:xfrm>
          <a:off x="1448952" y="1475680"/>
          <a:ext cx="0" cy="809244"/>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1">
          <a:scrgbClr r="0" g="0" b="0"/>
        </a:effectRef>
        <a:fontRef idx="minor">
          <a:schemeClr val="lt1"/>
        </a:fontRef>
      </dsp:style>
    </dsp:sp>
    <dsp:sp modelId="{0046EBCF-7816-4549-824A-84E384D1C909}">
      <dsp:nvSpPr>
        <dsp:cNvPr id="0" name=""/>
        <dsp:cNvSpPr/>
      </dsp:nvSpPr>
      <dsp:spPr>
        <a:xfrm>
          <a:off x="1738566" y="1666090"/>
          <a:ext cx="2316909" cy="537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a:t>2019</a:t>
          </a:r>
        </a:p>
      </dsp:txBody>
      <dsp:txXfrm>
        <a:off x="1738566" y="1666090"/>
        <a:ext cx="2316909" cy="537909"/>
      </dsp:txXfrm>
    </dsp:sp>
    <dsp:sp modelId="{A43CC069-9897-4453-9D33-FE335C9FD6BE}">
      <dsp:nvSpPr>
        <dsp:cNvPr id="0" name=""/>
        <dsp:cNvSpPr/>
      </dsp:nvSpPr>
      <dsp:spPr>
        <a:xfrm>
          <a:off x="1622720" y="3284578"/>
          <a:ext cx="2548600" cy="68480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Ph.D. (Statistics), U. Wisconsin-Madison</a:t>
          </a:r>
        </a:p>
      </dsp:txBody>
      <dsp:txXfrm>
        <a:off x="1622720" y="3284578"/>
        <a:ext cx="2548600" cy="684807"/>
      </dsp:txXfrm>
    </dsp:sp>
    <dsp:sp modelId="{40DB31B2-723B-43F3-92A9-C715D64160A5}">
      <dsp:nvSpPr>
        <dsp:cNvPr id="0" name=""/>
        <dsp:cNvSpPr/>
      </dsp:nvSpPr>
      <dsp:spPr>
        <a:xfrm>
          <a:off x="2897021" y="2475334"/>
          <a:ext cx="0" cy="809244"/>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1">
          <a:scrgbClr r="0" g="0" b="0"/>
        </a:effectRef>
        <a:fontRef idx="minor">
          <a:schemeClr val="lt1"/>
        </a:fontRef>
      </dsp:style>
    </dsp:sp>
    <dsp:sp modelId="{0584A0F3-3CF1-4791-9B82-64F62C088D61}">
      <dsp:nvSpPr>
        <dsp:cNvPr id="0" name=""/>
        <dsp:cNvSpPr/>
      </dsp:nvSpPr>
      <dsp:spPr>
        <a:xfrm>
          <a:off x="1389449" y="2320626"/>
          <a:ext cx="119006" cy="119006"/>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746B95C7-C885-4866-AC02-9B58DED4A5C5}">
      <dsp:nvSpPr>
        <dsp:cNvPr id="0" name=""/>
        <dsp:cNvSpPr/>
      </dsp:nvSpPr>
      <dsp:spPr>
        <a:xfrm>
          <a:off x="2837517" y="2320626"/>
          <a:ext cx="119006" cy="119006"/>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4F1A7680-A7FF-4D91-9715-58671D835B11}">
      <dsp:nvSpPr>
        <dsp:cNvPr id="0" name=""/>
        <dsp:cNvSpPr/>
      </dsp:nvSpPr>
      <dsp:spPr>
        <a:xfrm>
          <a:off x="3186634" y="2556259"/>
          <a:ext cx="2316909" cy="537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2021</a:t>
          </a:r>
        </a:p>
      </dsp:txBody>
      <dsp:txXfrm>
        <a:off x="3186634" y="2556259"/>
        <a:ext cx="2316909" cy="537909"/>
      </dsp:txXfrm>
    </dsp:sp>
    <dsp:sp modelId="{658EA722-3A06-4AD4-9789-887D54605F29}">
      <dsp:nvSpPr>
        <dsp:cNvPr id="0" name=""/>
        <dsp:cNvSpPr/>
      </dsp:nvSpPr>
      <dsp:spPr>
        <a:xfrm>
          <a:off x="3070789" y="790872"/>
          <a:ext cx="2548600" cy="68480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Postdoctoral researcher, U. Massachusetts Medical School</a:t>
          </a:r>
        </a:p>
      </dsp:txBody>
      <dsp:txXfrm>
        <a:off x="3070789" y="790872"/>
        <a:ext cx="2548600" cy="684807"/>
      </dsp:txXfrm>
    </dsp:sp>
    <dsp:sp modelId="{6449EF6B-E19B-49FE-B6E6-6CD01486729F}">
      <dsp:nvSpPr>
        <dsp:cNvPr id="0" name=""/>
        <dsp:cNvSpPr/>
      </dsp:nvSpPr>
      <dsp:spPr>
        <a:xfrm>
          <a:off x="4345089" y="1475680"/>
          <a:ext cx="0" cy="809244"/>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1">
          <a:scrgbClr r="0" g="0" b="0"/>
        </a:effectRef>
        <a:fontRef idx="minor">
          <a:schemeClr val="lt1"/>
        </a:fontRef>
      </dsp:style>
    </dsp:sp>
    <dsp:sp modelId="{2FAF25DE-9110-4324-BD07-70792BB3A979}">
      <dsp:nvSpPr>
        <dsp:cNvPr id="0" name=""/>
        <dsp:cNvSpPr/>
      </dsp:nvSpPr>
      <dsp:spPr>
        <a:xfrm>
          <a:off x="4634703" y="1666090"/>
          <a:ext cx="2316909" cy="537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a:t>2024</a:t>
          </a:r>
        </a:p>
      </dsp:txBody>
      <dsp:txXfrm>
        <a:off x="4634703" y="1666090"/>
        <a:ext cx="2316909" cy="537909"/>
      </dsp:txXfrm>
    </dsp:sp>
    <dsp:sp modelId="{58BAC6C9-CFBD-4636-9D73-1CF295DD8BAA}">
      <dsp:nvSpPr>
        <dsp:cNvPr id="0" name=""/>
        <dsp:cNvSpPr/>
      </dsp:nvSpPr>
      <dsp:spPr>
        <a:xfrm>
          <a:off x="4518858" y="3284578"/>
          <a:ext cx="2548600" cy="68480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Postdoctoral researcher, U. Michigan 2024</a:t>
          </a:r>
        </a:p>
      </dsp:txBody>
      <dsp:txXfrm>
        <a:off x="4518858" y="3284578"/>
        <a:ext cx="2548600" cy="684807"/>
      </dsp:txXfrm>
    </dsp:sp>
    <dsp:sp modelId="{60EB7CBB-EA7F-4134-83A3-C6EB9E7E8C25}">
      <dsp:nvSpPr>
        <dsp:cNvPr id="0" name=""/>
        <dsp:cNvSpPr/>
      </dsp:nvSpPr>
      <dsp:spPr>
        <a:xfrm>
          <a:off x="5793158" y="2475334"/>
          <a:ext cx="0" cy="809244"/>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1">
          <a:scrgbClr r="0" g="0" b="0"/>
        </a:effectRef>
        <a:fontRef idx="minor">
          <a:schemeClr val="lt1"/>
        </a:fontRef>
      </dsp:style>
    </dsp:sp>
    <dsp:sp modelId="{F27DAE17-F62F-4C02-8BCE-4CD39D06C518}">
      <dsp:nvSpPr>
        <dsp:cNvPr id="0" name=""/>
        <dsp:cNvSpPr/>
      </dsp:nvSpPr>
      <dsp:spPr>
        <a:xfrm>
          <a:off x="4285586" y="2320626"/>
          <a:ext cx="119006" cy="119006"/>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C759ADC2-C3E5-445F-BDAB-F2E03FB62BBA}">
      <dsp:nvSpPr>
        <dsp:cNvPr id="0" name=""/>
        <dsp:cNvSpPr/>
      </dsp:nvSpPr>
      <dsp:spPr>
        <a:xfrm>
          <a:off x="5733655" y="2320626"/>
          <a:ext cx="119006" cy="119006"/>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AF16E8-AFAF-40A7-8376-B355C119AC8C}">
      <dsp:nvSpPr>
        <dsp:cNvPr id="0" name=""/>
        <dsp:cNvSpPr/>
      </dsp:nvSpPr>
      <dsp:spPr>
        <a:xfrm>
          <a:off x="0" y="581"/>
          <a:ext cx="7242111" cy="135974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D6E833-BB2E-4105-8EC0-B759066D7FBD}">
      <dsp:nvSpPr>
        <dsp:cNvPr id="0" name=""/>
        <dsp:cNvSpPr/>
      </dsp:nvSpPr>
      <dsp:spPr>
        <a:xfrm>
          <a:off x="411321" y="306523"/>
          <a:ext cx="747858" cy="74785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D48B7FB-934A-4C7F-884A-764FAC4471D4}">
      <dsp:nvSpPr>
        <dsp:cNvPr id="0" name=""/>
        <dsp:cNvSpPr/>
      </dsp:nvSpPr>
      <dsp:spPr>
        <a:xfrm>
          <a:off x="1570501" y="581"/>
          <a:ext cx="3258949" cy="13597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906" tIns="143906" rIns="143906" bIns="143906" numCol="1" spcCol="1270" anchor="ctr" anchorCtr="0">
          <a:noAutofit/>
        </a:bodyPr>
        <a:lstStyle/>
        <a:p>
          <a:pPr marL="0" lvl="0" indent="0" algn="l" defTabSz="1111250">
            <a:lnSpc>
              <a:spcPct val="90000"/>
            </a:lnSpc>
            <a:spcBef>
              <a:spcPct val="0"/>
            </a:spcBef>
            <a:spcAft>
              <a:spcPct val="35000"/>
            </a:spcAft>
            <a:buNone/>
          </a:pPr>
          <a:r>
            <a:rPr lang="en-US" sz="2500" kern="1200" dirty="0"/>
            <a:t>Statistical methods in human genetics</a:t>
          </a:r>
        </a:p>
      </dsp:txBody>
      <dsp:txXfrm>
        <a:off x="1570501" y="581"/>
        <a:ext cx="3258949" cy="1359741"/>
      </dsp:txXfrm>
    </dsp:sp>
    <dsp:sp modelId="{299619AD-81DB-4621-BB4A-8FE8C80750D3}">
      <dsp:nvSpPr>
        <dsp:cNvPr id="0" name=""/>
        <dsp:cNvSpPr/>
      </dsp:nvSpPr>
      <dsp:spPr>
        <a:xfrm>
          <a:off x="4829451" y="581"/>
          <a:ext cx="2412659" cy="13597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906" tIns="143906" rIns="143906" bIns="143906" numCol="1" spcCol="1270" anchor="ctr" anchorCtr="0">
          <a:noAutofit/>
        </a:bodyPr>
        <a:lstStyle/>
        <a:p>
          <a:pPr marL="0" lvl="0" indent="0" algn="l" defTabSz="533400">
            <a:lnSpc>
              <a:spcPct val="90000"/>
            </a:lnSpc>
            <a:spcBef>
              <a:spcPct val="0"/>
            </a:spcBef>
            <a:spcAft>
              <a:spcPct val="35000"/>
            </a:spcAft>
            <a:buNone/>
          </a:pPr>
          <a:r>
            <a:rPr lang="en-US" sz="1200" kern="1200"/>
            <a:t>Genome-wide association studies</a:t>
          </a:r>
        </a:p>
        <a:p>
          <a:pPr marL="0" lvl="0" indent="0" algn="l" defTabSz="533400">
            <a:lnSpc>
              <a:spcPct val="90000"/>
            </a:lnSpc>
            <a:spcBef>
              <a:spcPct val="0"/>
            </a:spcBef>
            <a:spcAft>
              <a:spcPct val="35000"/>
            </a:spcAft>
            <a:buNone/>
          </a:pPr>
          <a:r>
            <a:rPr lang="en-US" sz="1200" kern="1200"/>
            <a:t>Polygenic risk scores</a:t>
          </a:r>
        </a:p>
        <a:p>
          <a:pPr marL="0" lvl="0" indent="0" algn="l" defTabSz="533400">
            <a:lnSpc>
              <a:spcPct val="90000"/>
            </a:lnSpc>
            <a:spcBef>
              <a:spcPct val="0"/>
            </a:spcBef>
            <a:spcAft>
              <a:spcPct val="35000"/>
            </a:spcAft>
            <a:buNone/>
          </a:pPr>
          <a:r>
            <a:rPr lang="en-US" sz="1200" kern="1200"/>
            <a:t>Multi-trait analyses</a:t>
          </a:r>
        </a:p>
        <a:p>
          <a:pPr marL="0" lvl="0" indent="0" algn="l" defTabSz="533400">
            <a:lnSpc>
              <a:spcPct val="90000"/>
            </a:lnSpc>
            <a:spcBef>
              <a:spcPct val="0"/>
            </a:spcBef>
            <a:spcAft>
              <a:spcPct val="35000"/>
            </a:spcAft>
            <a:buNone/>
          </a:pPr>
          <a:r>
            <a:rPr lang="en-US" sz="1200" kern="1200"/>
            <a:t>Joint longitudinal &amp; time to event modeling</a:t>
          </a:r>
        </a:p>
      </dsp:txBody>
      <dsp:txXfrm>
        <a:off x="4829451" y="581"/>
        <a:ext cx="2412659" cy="1359741"/>
      </dsp:txXfrm>
    </dsp:sp>
    <dsp:sp modelId="{FEDED5B8-D461-44D9-8234-AC24B77525C2}">
      <dsp:nvSpPr>
        <dsp:cNvPr id="0" name=""/>
        <dsp:cNvSpPr/>
      </dsp:nvSpPr>
      <dsp:spPr>
        <a:xfrm>
          <a:off x="0" y="1700258"/>
          <a:ext cx="7242111" cy="135974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1E0385-2C08-47E4-9D6B-789ABB98AA50}">
      <dsp:nvSpPr>
        <dsp:cNvPr id="0" name=""/>
        <dsp:cNvSpPr/>
      </dsp:nvSpPr>
      <dsp:spPr>
        <a:xfrm>
          <a:off x="411321" y="2006200"/>
          <a:ext cx="747858" cy="74785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C22946-6085-4E89-B0DD-C5B475A79792}">
      <dsp:nvSpPr>
        <dsp:cNvPr id="0" name=""/>
        <dsp:cNvSpPr/>
      </dsp:nvSpPr>
      <dsp:spPr>
        <a:xfrm>
          <a:off x="1570501" y="1700258"/>
          <a:ext cx="3258949" cy="13597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906" tIns="143906" rIns="143906" bIns="143906" numCol="1" spcCol="1270" anchor="ctr" anchorCtr="0">
          <a:noAutofit/>
        </a:bodyPr>
        <a:lstStyle/>
        <a:p>
          <a:pPr marL="0" lvl="0" indent="0" algn="l" defTabSz="1111250">
            <a:lnSpc>
              <a:spcPct val="90000"/>
            </a:lnSpc>
            <a:spcBef>
              <a:spcPct val="0"/>
            </a:spcBef>
            <a:spcAft>
              <a:spcPct val="35000"/>
            </a:spcAft>
            <a:buNone/>
          </a:pPr>
          <a:r>
            <a:rPr lang="en-US" sz="2500" kern="1200"/>
            <a:t>Statistical Collaborations</a:t>
          </a:r>
        </a:p>
      </dsp:txBody>
      <dsp:txXfrm>
        <a:off x="1570501" y="1700258"/>
        <a:ext cx="3258949" cy="1359741"/>
      </dsp:txXfrm>
    </dsp:sp>
    <dsp:sp modelId="{384A6441-D0E7-4B44-9DA6-3253F9B4CE10}">
      <dsp:nvSpPr>
        <dsp:cNvPr id="0" name=""/>
        <dsp:cNvSpPr/>
      </dsp:nvSpPr>
      <dsp:spPr>
        <a:xfrm>
          <a:off x="4829451" y="1700258"/>
          <a:ext cx="2412659" cy="13597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906" tIns="143906" rIns="143906" bIns="143906" numCol="1" spcCol="1270" anchor="ctr" anchorCtr="0">
          <a:noAutofit/>
        </a:bodyPr>
        <a:lstStyle/>
        <a:p>
          <a:pPr marL="0" lvl="0" indent="0" algn="l" defTabSz="533400">
            <a:lnSpc>
              <a:spcPct val="90000"/>
            </a:lnSpc>
            <a:spcBef>
              <a:spcPct val="0"/>
            </a:spcBef>
            <a:spcAft>
              <a:spcPct val="35000"/>
            </a:spcAft>
            <a:buNone/>
          </a:pPr>
          <a:r>
            <a:rPr lang="en-US" sz="1200" kern="1200"/>
            <a:t>Bison genomics</a:t>
          </a:r>
        </a:p>
        <a:p>
          <a:pPr marL="0" lvl="0" indent="0" algn="l" defTabSz="533400">
            <a:lnSpc>
              <a:spcPct val="90000"/>
            </a:lnSpc>
            <a:spcBef>
              <a:spcPct val="0"/>
            </a:spcBef>
            <a:spcAft>
              <a:spcPct val="35000"/>
            </a:spcAft>
            <a:buNone/>
          </a:pPr>
          <a:r>
            <a:rPr lang="en-US" sz="1200" kern="1200"/>
            <a:t>Research Design &amp; Analysis Center</a:t>
          </a:r>
        </a:p>
      </dsp:txBody>
      <dsp:txXfrm>
        <a:off x="4829451" y="1700258"/>
        <a:ext cx="2412659" cy="1359741"/>
      </dsp:txXfrm>
    </dsp:sp>
    <dsp:sp modelId="{37F203C5-19FD-4877-8F0F-DF273526D3BF}">
      <dsp:nvSpPr>
        <dsp:cNvPr id="0" name=""/>
        <dsp:cNvSpPr/>
      </dsp:nvSpPr>
      <dsp:spPr>
        <a:xfrm>
          <a:off x="0" y="3399935"/>
          <a:ext cx="7242111" cy="135974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B28BF9-8DE8-4665-8A95-3B36949CEAA0}">
      <dsp:nvSpPr>
        <dsp:cNvPr id="0" name=""/>
        <dsp:cNvSpPr/>
      </dsp:nvSpPr>
      <dsp:spPr>
        <a:xfrm>
          <a:off x="411321" y="3705877"/>
          <a:ext cx="747858" cy="74785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5AE767-65CE-4AF4-BB2B-28845231BA5F}">
      <dsp:nvSpPr>
        <dsp:cNvPr id="0" name=""/>
        <dsp:cNvSpPr/>
      </dsp:nvSpPr>
      <dsp:spPr>
        <a:xfrm>
          <a:off x="1570501" y="3399935"/>
          <a:ext cx="3258949" cy="13597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906" tIns="143906" rIns="143906" bIns="143906" numCol="1" spcCol="1270" anchor="ctr" anchorCtr="0">
          <a:noAutofit/>
        </a:bodyPr>
        <a:lstStyle/>
        <a:p>
          <a:pPr marL="0" lvl="0" indent="0" algn="l" defTabSz="1111250">
            <a:lnSpc>
              <a:spcPct val="90000"/>
            </a:lnSpc>
            <a:spcBef>
              <a:spcPct val="0"/>
            </a:spcBef>
            <a:spcAft>
              <a:spcPct val="35000"/>
            </a:spcAft>
            <a:buNone/>
          </a:pPr>
          <a:r>
            <a:rPr lang="en-US" sz="2500" kern="1200"/>
            <a:t>Data science education</a:t>
          </a:r>
        </a:p>
      </dsp:txBody>
      <dsp:txXfrm>
        <a:off x="1570501" y="3399935"/>
        <a:ext cx="3258949" cy="1359741"/>
      </dsp:txXfrm>
    </dsp:sp>
    <dsp:sp modelId="{A4E35534-3027-45CB-B014-30B25CE45146}">
      <dsp:nvSpPr>
        <dsp:cNvPr id="0" name=""/>
        <dsp:cNvSpPr/>
      </dsp:nvSpPr>
      <dsp:spPr>
        <a:xfrm>
          <a:off x="4829451" y="3399935"/>
          <a:ext cx="2412659" cy="13597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906" tIns="143906" rIns="143906" bIns="143906" numCol="1" spcCol="1270" anchor="ctr" anchorCtr="0">
          <a:noAutofit/>
        </a:bodyPr>
        <a:lstStyle/>
        <a:p>
          <a:pPr marL="0" lvl="0" indent="0" algn="l" defTabSz="533400">
            <a:lnSpc>
              <a:spcPct val="90000"/>
            </a:lnSpc>
            <a:spcBef>
              <a:spcPct val="0"/>
            </a:spcBef>
            <a:spcAft>
              <a:spcPct val="35000"/>
            </a:spcAft>
            <a:buNone/>
          </a:pPr>
          <a:r>
            <a:rPr lang="en-US" sz="1200" kern="1200" dirty="0"/>
            <a:t>Capstone projects</a:t>
          </a:r>
        </a:p>
        <a:p>
          <a:pPr marL="0" lvl="0" indent="0" algn="l" defTabSz="533400">
            <a:lnSpc>
              <a:spcPct val="90000"/>
            </a:lnSpc>
            <a:spcBef>
              <a:spcPct val="0"/>
            </a:spcBef>
            <a:spcAft>
              <a:spcPct val="35000"/>
            </a:spcAft>
            <a:buNone/>
          </a:pPr>
          <a:r>
            <a:rPr lang="en-US" sz="1200" kern="1200" dirty="0"/>
            <a:t>Latent Dirichlet allocation topic models &amp; text analysis</a:t>
          </a:r>
        </a:p>
      </dsp:txBody>
      <dsp:txXfrm>
        <a:off x="4829451" y="3399935"/>
        <a:ext cx="2412659" cy="1359741"/>
      </dsp:txXfrm>
    </dsp:sp>
  </dsp:spTree>
</dsp:drawing>
</file>

<file path=ppt/diagrams/layout1.xml><?xml version="1.0" encoding="utf-8"?>
<dgm:layoutDef xmlns:dgm="http://schemas.openxmlformats.org/drawingml/2006/diagram" xmlns:a="http://schemas.openxmlformats.org/drawingml/2006/main" uniqueId="urn:microsoft.com/office/officeart/2017/3/layout/HorizontalPathTimeline">
  <dgm:title val="Horizontal Path Timeline"/>
  <dgm:desc val="Use to show a list of events in chronological order. The rectangular shape contains the description while the date is shown near the circular dot along the time line. It's the perfect SmartArt for displaying large amount of text with a short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refType="h" fact="0.04"/>
      <dgm:constr type="ctrY" for="ch" forName="divider" refType="h" fact="0.5"/>
      <dgm:constr type="l" for="ch" forName="divider"/>
      <dgm:constr type="w" for="ch" forName="nodes" refType="w"/>
      <dgm:constr type="h" for="ch" forName="nodes" refType="h"/>
    </dgm:constrLst>
    <dgm:layoutNode name="divider" styleLbl="node1">
      <dgm:alg type="sp"/>
      <dgm:shape xmlns:r="http://schemas.openxmlformats.org/officeDocument/2006/relationships" type="rect" r:blip="" zOrderOff="2">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
                <dgm:constr type="l" for="ch" forName="L1TextContainer" refType="w" fact="0.1"/>
                <dgm:constr type="t" for="ch" forName="L1TextContainer" refType="h" fact="0.537"/>
                <dgm:constr type="h" for="ch" forName="L1TextContainer" refType="h" fact="0.113"/>
                <dgm:constr type="w" for="ch" forName="L2TextContainerWrapper" refType="w" fact="0.88"/>
                <dgm:constr type="h" for="ch" forName="L2TextContainerWrapper" refType="h" fact="0.31"/>
                <dgm:constr type="b" for="ch" forName="L2TextContainerWrapper" refType="h" fact="0.31"/>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31"/>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
                <dgm:constr type="l" for="ch" forName="L1TextContainer" refType="w" fact="0.1"/>
                <dgm:constr type="t" for="ch" forName="L1TextContainer" refType="h" fact="0.35"/>
                <dgm:constr type="h" for="ch" forName="L1TextContainer" refType="h" fact="0.113"/>
                <dgm:constr type="w" for="ch" forName="L2TextContainerWrapper" refType="w" fact="0.88"/>
                <dgm:constr type="h" for="ch" forName="L2TextContainerWrapper" refType="h" fact="0.31"/>
                <dgm:constr type="t" for="ch" forName="L2TextContainerWrapper" refType="h" fact="0.69"/>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52"/>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styleLbl="bgAccFollowNode1">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45"/>
                  <dgm:constr type="b" for="ch" forName="L2TextContainer" refType="h"/>
                  <dgm:constr type="h" for="ch" forName="FlexibleEmptyPlaceHolder" refType="h" fact="0.55"/>
                </dgm:constrLst>
              </dgm:if>
              <dgm:else name="CaseForPlacingL2TextContaineBelowDivider">
                <dgm:constrLst>
                  <dgm:constr type="h" for="ch" forName="L2TextContainer" refType="h" fact="0.45"/>
                  <dgm:constr type="h" for="ch" forName="FlexibleEmptyPlaceHolder" refType="h" fact="0.55"/>
                  <dgm:constr type="b" for="ch" forName="FlexibleEmptyPlaceHolder" refType="h"/>
                </dgm:constrLst>
              </dgm:else>
            </dgm:choose>
            <dgm:layoutNode name="L2TextContainer" styleLbl="bgAccFollowNode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lMarg" refType="primFontSz" fact="0.75"/>
                <dgm:constr type="rMarg" refType="primFontSz" fact="0.75"/>
                <dgm:constr type="tMarg" refType="primFontSz" fact="0.75"/>
                <dgm:constr type="bMarg" refType="primFontSz" fact="0.75"/>
              </dgm:constrLst>
              <dgm:ruleLst>
                <dgm:rule type="h" val="INF" fact="NaN" max="NaN"/>
                <dgm:rule type="primFontSz" val="11" fact="NaN" max="NaN"/>
                <dgm:rule type="secFontSz" val="9"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alignNode1" moveWith="L2TextContainer">
            <dgm:alg type="sp"/>
            <dgm:shape xmlns:r="http://schemas.openxmlformats.org/officeDocument/2006/relationships" type="line" r:blip="" zOrderOff="-1">
              <dgm:adjLst/>
              <dgm:extLst>
                <a:ext uri="{B698B0E9-8C71-41B9-8309-B3DCBF30829C}">
                  <dgm1612:spPr xmlns:dgm1612="http://schemas.microsoft.com/office/drawing/2016/12/diagram">
                    <a:ln w="6350">
                      <a:prstDash val="dash"/>
                    </a:ln>
                  </dgm1612:spPr>
                </a:ext>
              </dgm:extLst>
            </dgm:shape>
            <dgm:presOf/>
            <dgm:constrLst/>
          </dgm:layoutNode>
          <dgm:layoutNode name="ConnectorPoint" styleLbl="fgAcc1" moveWith="L2TextContainer">
            <dgm:alg type="sp"/>
            <dgm:shape xmlns:r="http://schemas.openxmlformats.org/officeDocument/2006/relationships" type="ellipse" r:blip="" zOrderOff="10">
              <dgm:adjLst/>
              <dgm:extLst>
                <a:ext uri="{B698B0E9-8C71-41B9-8309-B3DCBF30829C}">
                  <dgm1612:spPr xmlns:dgm1612="http://schemas.microsoft.com/office/drawing/2016/12/diagram">
                    <a:ln>
                      <a:noFill/>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DDCF5A-367D-4879-A483-499B149287E7}" type="datetimeFigureOut">
              <a:rPr lang="en-US" smtClean="0"/>
              <a:t>9/22/2025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9D5F16-6D25-4D8E-A2DD-8A9816445C89}" type="slidenum">
              <a:rPr lang="en-US" smtClean="0"/>
              <a:t>‹#›</a:t>
            </a:fld>
            <a:endParaRPr lang="en-US"/>
          </a:p>
        </p:txBody>
      </p:sp>
    </p:spTree>
    <p:extLst>
      <p:ext uri="{BB962C8B-B14F-4D97-AF65-F5344CB8AC3E}">
        <p14:creationId xmlns:p14="http://schemas.microsoft.com/office/powerpoint/2010/main" val="761669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9D5F16-6D25-4D8E-A2DD-8A9816445C89}" type="slidenum">
              <a:rPr lang="en-US" smtClean="0"/>
              <a:t>5</a:t>
            </a:fld>
            <a:endParaRPr lang="en-US"/>
          </a:p>
        </p:txBody>
      </p:sp>
    </p:spTree>
    <p:extLst>
      <p:ext uri="{BB962C8B-B14F-4D97-AF65-F5344CB8AC3E}">
        <p14:creationId xmlns:p14="http://schemas.microsoft.com/office/powerpoint/2010/main" val="3066242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10DE9-BCE6-34AE-B026-21E71B1749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F12FD7-EB49-4816-473C-CF010229C7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D89074-AACD-AF63-1F6D-0DFED909E4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395458-0A0A-FEBB-B2D5-57B24E607A21}"/>
              </a:ext>
            </a:extLst>
          </p:cNvPr>
          <p:cNvSpPr>
            <a:spLocks noGrp="1"/>
          </p:cNvSpPr>
          <p:nvPr>
            <p:ph type="sldNum" sz="quarter" idx="5"/>
          </p:nvPr>
        </p:nvSpPr>
        <p:spPr/>
        <p:txBody>
          <a:bodyPr/>
          <a:lstStyle/>
          <a:p>
            <a:fld id="{7E9D5F16-6D25-4D8E-A2DD-8A9816445C89}" type="slidenum">
              <a:rPr lang="en-US" smtClean="0"/>
              <a:t>6</a:t>
            </a:fld>
            <a:endParaRPr lang="en-US"/>
          </a:p>
        </p:txBody>
      </p:sp>
    </p:spTree>
    <p:extLst>
      <p:ext uri="{BB962C8B-B14F-4D97-AF65-F5344CB8AC3E}">
        <p14:creationId xmlns:p14="http://schemas.microsoft.com/office/powerpoint/2010/main" val="2953077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80BE0-E8A8-BAE7-61D3-6A837A0460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EC6919-4887-5AD5-0F0A-6ED7081768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403C4C-2481-D00E-49EC-692E03D627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A13D18-14D5-71B1-15C7-0CCA533FCFE4}"/>
              </a:ext>
            </a:extLst>
          </p:cNvPr>
          <p:cNvSpPr>
            <a:spLocks noGrp="1"/>
          </p:cNvSpPr>
          <p:nvPr>
            <p:ph type="sldNum" sz="quarter" idx="5"/>
          </p:nvPr>
        </p:nvSpPr>
        <p:spPr/>
        <p:txBody>
          <a:bodyPr/>
          <a:lstStyle/>
          <a:p>
            <a:fld id="{7E9D5F16-6D25-4D8E-A2DD-8A9816445C89}" type="slidenum">
              <a:rPr lang="en-US" smtClean="0"/>
              <a:t>7</a:t>
            </a:fld>
            <a:endParaRPr lang="en-US"/>
          </a:p>
        </p:txBody>
      </p:sp>
    </p:spTree>
    <p:extLst>
      <p:ext uri="{BB962C8B-B14F-4D97-AF65-F5344CB8AC3E}">
        <p14:creationId xmlns:p14="http://schemas.microsoft.com/office/powerpoint/2010/main" val="10985027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Picture with Caption">
    <p:spTree>
      <p:nvGrpSpPr>
        <p:cNvPr id="1" name=""/>
        <p:cNvGrpSpPr/>
        <p:nvPr/>
      </p:nvGrpSpPr>
      <p:grpSpPr>
        <a:xfrm>
          <a:off x="0" y="0"/>
          <a:ext cx="0" cy="0"/>
          <a:chOff x="0" y="0"/>
          <a:chExt cx="0" cy="0"/>
        </a:xfrm>
      </p:grpSpPr>
      <p:pic>
        <p:nvPicPr>
          <p:cNvPr id="4" name="Picture 3" descr="A flag pole in a park&#10;&#10;AI-generated content may be incorrect.">
            <a:extLst>
              <a:ext uri="{FF2B5EF4-FFF2-40B4-BE49-F238E27FC236}">
                <a16:creationId xmlns:a16="http://schemas.microsoft.com/office/drawing/2014/main" id="{B81C7E70-4C3E-09F3-C05E-EF620CC0A20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a:extLst>
              <a:ext uri="{FF2B5EF4-FFF2-40B4-BE49-F238E27FC236}">
                <a16:creationId xmlns:a16="http://schemas.microsoft.com/office/drawing/2014/main" id="{F810C3F5-8EA8-D650-F3BF-A725E4543628}"/>
              </a:ext>
            </a:extLst>
          </p:cNvPr>
          <p:cNvSpPr>
            <a:spLocks noGrp="1"/>
          </p:cNvSpPr>
          <p:nvPr>
            <p:ph type="title" hasCustomPrompt="1"/>
          </p:nvPr>
        </p:nvSpPr>
        <p:spPr>
          <a:xfrm>
            <a:off x="7213801" y="5526741"/>
            <a:ext cx="4529963" cy="896834"/>
          </a:xfrm>
        </p:spPr>
        <p:txBody>
          <a:bodyPr anchor="b">
            <a:normAutofit/>
          </a:bodyPr>
          <a:lstStyle>
            <a:lvl1pPr algn="ctr">
              <a:defRPr sz="4400" spc="-50" baseline="0">
                <a:solidFill>
                  <a:schemeClr val="accent2"/>
                </a:solidFill>
                <a:effectLst/>
              </a:defRPr>
            </a:lvl1pPr>
          </a:lstStyle>
          <a:p>
            <a:r>
              <a:rPr lang="en-US" dirty="0"/>
              <a:t>Title here</a:t>
            </a:r>
          </a:p>
        </p:txBody>
      </p:sp>
    </p:spTree>
    <p:extLst>
      <p:ext uri="{BB962C8B-B14F-4D97-AF65-F5344CB8AC3E}">
        <p14:creationId xmlns:p14="http://schemas.microsoft.com/office/powerpoint/2010/main" val="711335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Picture with Caption">
    <p:spTree>
      <p:nvGrpSpPr>
        <p:cNvPr id="1" name=""/>
        <p:cNvGrpSpPr/>
        <p:nvPr/>
      </p:nvGrpSpPr>
      <p:grpSpPr>
        <a:xfrm>
          <a:off x="0" y="0"/>
          <a:ext cx="0" cy="0"/>
          <a:chOff x="0" y="0"/>
          <a:chExt cx="0" cy="0"/>
        </a:xfrm>
      </p:grpSpPr>
      <p:pic>
        <p:nvPicPr>
          <p:cNvPr id="4" name="Picture 3" descr="A tower with a blue and white flag&#10;&#10;AI-generated content may be incorrect.">
            <a:extLst>
              <a:ext uri="{FF2B5EF4-FFF2-40B4-BE49-F238E27FC236}">
                <a16:creationId xmlns:a16="http://schemas.microsoft.com/office/drawing/2014/main" id="{ABFA017C-BD00-061D-49BA-21AF2723863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a:extLst>
              <a:ext uri="{FF2B5EF4-FFF2-40B4-BE49-F238E27FC236}">
                <a16:creationId xmlns:a16="http://schemas.microsoft.com/office/drawing/2014/main" id="{F810C3F5-8EA8-D650-F3BF-A725E4543628}"/>
              </a:ext>
            </a:extLst>
          </p:cNvPr>
          <p:cNvSpPr>
            <a:spLocks noGrp="1"/>
          </p:cNvSpPr>
          <p:nvPr>
            <p:ph type="title" hasCustomPrompt="1"/>
          </p:nvPr>
        </p:nvSpPr>
        <p:spPr>
          <a:xfrm>
            <a:off x="7213801" y="5526741"/>
            <a:ext cx="4529963" cy="896834"/>
          </a:xfrm>
        </p:spPr>
        <p:txBody>
          <a:bodyPr anchor="b">
            <a:normAutofit/>
          </a:bodyPr>
          <a:lstStyle>
            <a:lvl1pPr algn="ctr">
              <a:defRPr sz="4400" spc="-50" baseline="0">
                <a:solidFill>
                  <a:schemeClr val="tx2"/>
                </a:solidFill>
                <a:effectLst/>
              </a:defRPr>
            </a:lvl1pPr>
          </a:lstStyle>
          <a:p>
            <a:r>
              <a:rPr lang="en-US" dirty="0"/>
              <a:t>Title here</a:t>
            </a:r>
          </a:p>
        </p:txBody>
      </p:sp>
    </p:spTree>
    <p:extLst>
      <p:ext uri="{BB962C8B-B14F-4D97-AF65-F5344CB8AC3E}">
        <p14:creationId xmlns:p14="http://schemas.microsoft.com/office/powerpoint/2010/main" val="3505485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4_Picture with Caption">
    <p:spTree>
      <p:nvGrpSpPr>
        <p:cNvPr id="1" name=""/>
        <p:cNvGrpSpPr/>
        <p:nvPr/>
      </p:nvGrpSpPr>
      <p:grpSpPr>
        <a:xfrm>
          <a:off x="0" y="0"/>
          <a:ext cx="0" cy="0"/>
          <a:chOff x="0" y="0"/>
          <a:chExt cx="0" cy="0"/>
        </a:xfrm>
      </p:grpSpPr>
      <p:pic>
        <p:nvPicPr>
          <p:cNvPr id="4" name="Picture 3" descr="A blue and yellow striped object&#10;&#10;AI-generated content may be incorrect.">
            <a:extLst>
              <a:ext uri="{FF2B5EF4-FFF2-40B4-BE49-F238E27FC236}">
                <a16:creationId xmlns:a16="http://schemas.microsoft.com/office/drawing/2014/main" id="{C7D13C6E-7685-1CD7-CDFB-5F08CB061B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Picture Placeholder 2" descr="An empty placeholder to add an image. Click on the placeholder and select the image that you wish to add">
            <a:extLst>
              <a:ext uri="{FF2B5EF4-FFF2-40B4-BE49-F238E27FC236}">
                <a16:creationId xmlns:a16="http://schemas.microsoft.com/office/drawing/2014/main" id="{05F5A6AE-E005-B58D-E6BF-81117FFC0EAA}"/>
              </a:ext>
            </a:extLst>
          </p:cNvPr>
          <p:cNvSpPr>
            <a:spLocks noGrp="1"/>
          </p:cNvSpPr>
          <p:nvPr>
            <p:ph type="pic" idx="10" hasCustomPrompt="1"/>
          </p:nvPr>
        </p:nvSpPr>
        <p:spPr>
          <a:xfrm>
            <a:off x="4459358" y="228600"/>
            <a:ext cx="7284406" cy="5078896"/>
          </a:xfrm>
        </p:spPr>
        <p:txBody>
          <a:bodyPr tIns="457200">
            <a:normAutofit/>
          </a:bodyPr>
          <a:lstStyle>
            <a:lvl1pPr marL="0" indent="0" algn="ctr">
              <a:buNone/>
              <a:defRPr sz="20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ck icon to add picture</a:t>
            </a:r>
          </a:p>
        </p:txBody>
      </p:sp>
      <p:sp>
        <p:nvSpPr>
          <p:cNvPr id="6" name="Title 1">
            <a:extLst>
              <a:ext uri="{FF2B5EF4-FFF2-40B4-BE49-F238E27FC236}">
                <a16:creationId xmlns:a16="http://schemas.microsoft.com/office/drawing/2014/main" id="{9B0ED556-3591-57F5-C2E4-6CB7147220B2}"/>
              </a:ext>
            </a:extLst>
          </p:cNvPr>
          <p:cNvSpPr>
            <a:spLocks noGrp="1"/>
          </p:cNvSpPr>
          <p:nvPr>
            <p:ph type="title" hasCustomPrompt="1"/>
          </p:nvPr>
        </p:nvSpPr>
        <p:spPr>
          <a:xfrm>
            <a:off x="7213801" y="5526741"/>
            <a:ext cx="4529963" cy="896834"/>
          </a:xfrm>
        </p:spPr>
        <p:txBody>
          <a:bodyPr anchor="b">
            <a:normAutofit/>
          </a:bodyPr>
          <a:lstStyle>
            <a:lvl1pPr algn="ctr">
              <a:defRPr sz="4400" spc="-50" baseline="0">
                <a:solidFill>
                  <a:schemeClr val="tx2"/>
                </a:solidFill>
                <a:effectLst/>
              </a:defRPr>
            </a:lvl1pPr>
          </a:lstStyle>
          <a:p>
            <a:r>
              <a:rPr lang="en-US" dirty="0"/>
              <a:t>Title here</a:t>
            </a:r>
          </a:p>
        </p:txBody>
      </p:sp>
    </p:spTree>
    <p:extLst>
      <p:ext uri="{BB962C8B-B14F-4D97-AF65-F5344CB8AC3E}">
        <p14:creationId xmlns:p14="http://schemas.microsoft.com/office/powerpoint/2010/main" val="1902574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5_Picture with Caption">
    <p:spTree>
      <p:nvGrpSpPr>
        <p:cNvPr id="1" name=""/>
        <p:cNvGrpSpPr/>
        <p:nvPr/>
      </p:nvGrpSpPr>
      <p:grpSpPr>
        <a:xfrm>
          <a:off x="0" y="0"/>
          <a:ext cx="0" cy="0"/>
          <a:chOff x="0" y="0"/>
          <a:chExt cx="0" cy="0"/>
        </a:xfrm>
      </p:grpSpPr>
      <p:pic>
        <p:nvPicPr>
          <p:cNvPr id="3" name="Picture 2" descr="A close-up of a flag&#10;&#10;AI-generated content may be incorrect.">
            <a:extLst>
              <a:ext uri="{FF2B5EF4-FFF2-40B4-BE49-F238E27FC236}">
                <a16:creationId xmlns:a16="http://schemas.microsoft.com/office/drawing/2014/main" id="{F7979230-AA9C-3F70-C311-BE82A36C14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Picture Placeholder 2" descr="An empty placeholder to add an image. Click on the placeholder and select the image that you wish to add">
            <a:extLst>
              <a:ext uri="{FF2B5EF4-FFF2-40B4-BE49-F238E27FC236}">
                <a16:creationId xmlns:a16="http://schemas.microsoft.com/office/drawing/2014/main" id="{05F5A6AE-E005-B58D-E6BF-81117FFC0EAA}"/>
              </a:ext>
            </a:extLst>
          </p:cNvPr>
          <p:cNvSpPr>
            <a:spLocks noGrp="1"/>
          </p:cNvSpPr>
          <p:nvPr>
            <p:ph type="pic" idx="10" hasCustomPrompt="1"/>
          </p:nvPr>
        </p:nvSpPr>
        <p:spPr>
          <a:xfrm>
            <a:off x="4459358" y="228600"/>
            <a:ext cx="7284406" cy="5078896"/>
          </a:xfrm>
        </p:spPr>
        <p:txBody>
          <a:bodyPr tIns="457200">
            <a:normAutofit/>
          </a:bodyPr>
          <a:lstStyle>
            <a:lvl1pPr marL="0" indent="0" algn="ctr">
              <a:buNone/>
              <a:defRPr sz="20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ck icon to add picture</a:t>
            </a:r>
          </a:p>
        </p:txBody>
      </p:sp>
      <p:sp>
        <p:nvSpPr>
          <p:cNvPr id="6" name="Title 1">
            <a:extLst>
              <a:ext uri="{FF2B5EF4-FFF2-40B4-BE49-F238E27FC236}">
                <a16:creationId xmlns:a16="http://schemas.microsoft.com/office/drawing/2014/main" id="{9B0ED556-3591-57F5-C2E4-6CB7147220B2}"/>
              </a:ext>
            </a:extLst>
          </p:cNvPr>
          <p:cNvSpPr>
            <a:spLocks noGrp="1"/>
          </p:cNvSpPr>
          <p:nvPr>
            <p:ph type="title" hasCustomPrompt="1"/>
          </p:nvPr>
        </p:nvSpPr>
        <p:spPr>
          <a:xfrm>
            <a:off x="7213801" y="5526741"/>
            <a:ext cx="4529963" cy="896834"/>
          </a:xfrm>
        </p:spPr>
        <p:txBody>
          <a:bodyPr anchor="b">
            <a:normAutofit/>
          </a:bodyPr>
          <a:lstStyle>
            <a:lvl1pPr algn="ctr">
              <a:defRPr sz="4400" spc="-50" baseline="0">
                <a:solidFill>
                  <a:schemeClr val="tx2"/>
                </a:solidFill>
                <a:effectLst/>
              </a:defRPr>
            </a:lvl1pPr>
          </a:lstStyle>
          <a:p>
            <a:r>
              <a:rPr lang="en-US" dirty="0"/>
              <a:t>Title here</a:t>
            </a:r>
          </a:p>
        </p:txBody>
      </p:sp>
    </p:spTree>
    <p:extLst>
      <p:ext uri="{BB962C8B-B14F-4D97-AF65-F5344CB8AC3E}">
        <p14:creationId xmlns:p14="http://schemas.microsoft.com/office/powerpoint/2010/main" val="1445164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6_Picture with Caption">
    <p:spTree>
      <p:nvGrpSpPr>
        <p:cNvPr id="1" name=""/>
        <p:cNvGrpSpPr/>
        <p:nvPr/>
      </p:nvGrpSpPr>
      <p:grpSpPr>
        <a:xfrm>
          <a:off x="0" y="0"/>
          <a:ext cx="0" cy="0"/>
          <a:chOff x="0" y="0"/>
          <a:chExt cx="0" cy="0"/>
        </a:xfrm>
      </p:grpSpPr>
      <p:pic>
        <p:nvPicPr>
          <p:cNvPr id="3" name="Picture 2" descr="A blue and yellow striped object&#10;&#10;AI-generated content may be incorrect.">
            <a:extLst>
              <a:ext uri="{FF2B5EF4-FFF2-40B4-BE49-F238E27FC236}">
                <a16:creationId xmlns:a16="http://schemas.microsoft.com/office/drawing/2014/main" id="{B8CC75F2-866D-EA23-E260-03D3F026589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5" name="Picture Placeholder 2" descr="An empty placeholder to add an image. Click on the placeholder and select the image that you wish to add">
            <a:extLst>
              <a:ext uri="{FF2B5EF4-FFF2-40B4-BE49-F238E27FC236}">
                <a16:creationId xmlns:a16="http://schemas.microsoft.com/office/drawing/2014/main" id="{05F5A6AE-E005-B58D-E6BF-81117FFC0EAA}"/>
              </a:ext>
            </a:extLst>
          </p:cNvPr>
          <p:cNvSpPr>
            <a:spLocks noGrp="1"/>
          </p:cNvSpPr>
          <p:nvPr>
            <p:ph type="pic" idx="10" hasCustomPrompt="1"/>
          </p:nvPr>
        </p:nvSpPr>
        <p:spPr>
          <a:xfrm>
            <a:off x="364436" y="223923"/>
            <a:ext cx="6849365" cy="5078896"/>
          </a:xfrm>
        </p:spPr>
        <p:txBody>
          <a:bodyPr tIns="457200">
            <a:normAutofit/>
          </a:bodyPr>
          <a:lstStyle>
            <a:lvl1pPr marL="0" indent="0" algn="ctr">
              <a:buNone/>
              <a:defRPr sz="20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ck icon to add picture</a:t>
            </a:r>
          </a:p>
        </p:txBody>
      </p:sp>
      <p:sp>
        <p:nvSpPr>
          <p:cNvPr id="6" name="Title 1">
            <a:extLst>
              <a:ext uri="{FF2B5EF4-FFF2-40B4-BE49-F238E27FC236}">
                <a16:creationId xmlns:a16="http://schemas.microsoft.com/office/drawing/2014/main" id="{9B0ED556-3591-57F5-C2E4-6CB7147220B2}"/>
              </a:ext>
            </a:extLst>
          </p:cNvPr>
          <p:cNvSpPr>
            <a:spLocks noGrp="1"/>
          </p:cNvSpPr>
          <p:nvPr>
            <p:ph type="title" hasCustomPrompt="1"/>
          </p:nvPr>
        </p:nvSpPr>
        <p:spPr>
          <a:xfrm>
            <a:off x="364436" y="5526741"/>
            <a:ext cx="4529963" cy="896834"/>
          </a:xfrm>
        </p:spPr>
        <p:txBody>
          <a:bodyPr anchor="b">
            <a:normAutofit/>
          </a:bodyPr>
          <a:lstStyle>
            <a:lvl1pPr algn="ctr">
              <a:defRPr sz="4400" spc="-50" baseline="0">
                <a:solidFill>
                  <a:schemeClr val="tx2"/>
                </a:solidFill>
                <a:effectLst/>
              </a:defRPr>
            </a:lvl1pPr>
          </a:lstStyle>
          <a:p>
            <a:r>
              <a:rPr lang="en-US" dirty="0"/>
              <a:t>Title here</a:t>
            </a:r>
          </a:p>
        </p:txBody>
      </p:sp>
    </p:spTree>
    <p:extLst>
      <p:ext uri="{BB962C8B-B14F-4D97-AF65-F5344CB8AC3E}">
        <p14:creationId xmlns:p14="http://schemas.microsoft.com/office/powerpoint/2010/main" val="895482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7_Picture with Caption">
    <p:spTree>
      <p:nvGrpSpPr>
        <p:cNvPr id="1" name=""/>
        <p:cNvGrpSpPr/>
        <p:nvPr/>
      </p:nvGrpSpPr>
      <p:grpSpPr>
        <a:xfrm>
          <a:off x="0" y="0"/>
          <a:ext cx="0" cy="0"/>
          <a:chOff x="0" y="0"/>
          <a:chExt cx="0" cy="0"/>
        </a:xfrm>
      </p:grpSpPr>
      <p:pic>
        <p:nvPicPr>
          <p:cNvPr id="4" name="Picture 3" descr="A blue and yellow striped object&#10;&#10;AI-generated content may be incorrect.">
            <a:extLst>
              <a:ext uri="{FF2B5EF4-FFF2-40B4-BE49-F238E27FC236}">
                <a16:creationId xmlns:a16="http://schemas.microsoft.com/office/drawing/2014/main" id="{EFE498DD-FF52-840D-ADB9-2A3801BD2C4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Picture Placeholder 2" descr="An empty placeholder to add an image. Click on the placeholder and select the image that you wish to add">
            <a:extLst>
              <a:ext uri="{FF2B5EF4-FFF2-40B4-BE49-F238E27FC236}">
                <a16:creationId xmlns:a16="http://schemas.microsoft.com/office/drawing/2014/main" id="{05F5A6AE-E005-B58D-E6BF-81117FFC0EAA}"/>
              </a:ext>
            </a:extLst>
          </p:cNvPr>
          <p:cNvSpPr>
            <a:spLocks noGrp="1"/>
          </p:cNvSpPr>
          <p:nvPr>
            <p:ph type="pic" idx="10" hasCustomPrompt="1"/>
          </p:nvPr>
        </p:nvSpPr>
        <p:spPr>
          <a:xfrm>
            <a:off x="364436" y="223923"/>
            <a:ext cx="6849365" cy="5078896"/>
          </a:xfrm>
        </p:spPr>
        <p:txBody>
          <a:bodyPr tIns="457200">
            <a:normAutofit/>
          </a:bodyPr>
          <a:lstStyle>
            <a:lvl1pPr marL="0" indent="0" algn="ctr">
              <a:buNone/>
              <a:defRPr sz="20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ck icon to add picture</a:t>
            </a:r>
          </a:p>
        </p:txBody>
      </p:sp>
      <p:sp>
        <p:nvSpPr>
          <p:cNvPr id="6" name="Title 1">
            <a:extLst>
              <a:ext uri="{FF2B5EF4-FFF2-40B4-BE49-F238E27FC236}">
                <a16:creationId xmlns:a16="http://schemas.microsoft.com/office/drawing/2014/main" id="{9B0ED556-3591-57F5-C2E4-6CB7147220B2}"/>
              </a:ext>
            </a:extLst>
          </p:cNvPr>
          <p:cNvSpPr>
            <a:spLocks noGrp="1"/>
          </p:cNvSpPr>
          <p:nvPr>
            <p:ph type="title" hasCustomPrompt="1"/>
          </p:nvPr>
        </p:nvSpPr>
        <p:spPr>
          <a:xfrm>
            <a:off x="364436" y="5526741"/>
            <a:ext cx="4529963" cy="896834"/>
          </a:xfrm>
        </p:spPr>
        <p:txBody>
          <a:bodyPr anchor="b">
            <a:normAutofit/>
          </a:bodyPr>
          <a:lstStyle>
            <a:lvl1pPr algn="ctr">
              <a:defRPr sz="4400" spc="-50" baseline="0">
                <a:solidFill>
                  <a:schemeClr val="tx2"/>
                </a:solidFill>
                <a:effectLst/>
              </a:defRPr>
            </a:lvl1pPr>
          </a:lstStyle>
          <a:p>
            <a:r>
              <a:rPr lang="en-US" dirty="0"/>
              <a:t>Title here</a:t>
            </a:r>
          </a:p>
        </p:txBody>
      </p:sp>
    </p:spTree>
    <p:extLst>
      <p:ext uri="{BB962C8B-B14F-4D97-AF65-F5344CB8AC3E}">
        <p14:creationId xmlns:p14="http://schemas.microsoft.com/office/powerpoint/2010/main" val="1519326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lumMod val="75000"/>
          </a:schemeClr>
        </a:solidFill>
        <a:effectLst/>
      </p:bgPr>
    </p:bg>
    <p:spTree>
      <p:nvGrpSpPr>
        <p:cNvPr id="1" name=""/>
        <p:cNvGrpSpPr/>
        <p:nvPr/>
      </p:nvGrpSpPr>
      <p:grpSpPr>
        <a:xfrm>
          <a:off x="0" y="0"/>
          <a:ext cx="0" cy="0"/>
          <a:chOff x="0" y="0"/>
          <a:chExt cx="0" cy="0"/>
        </a:xfrm>
      </p:grpSpPr>
      <p:sp>
        <p:nvSpPr>
          <p:cNvPr id="7" name="Rectangle 6"/>
          <p:cNvSpPr/>
          <p:nvPr/>
        </p:nvSpPr>
        <p:spPr>
          <a:xfrm>
            <a:off x="304800" y="304800"/>
            <a:ext cx="11582400" cy="6248400"/>
          </a:xfrm>
          <a:prstGeom prst="rect">
            <a:avLst/>
          </a:prstGeom>
          <a:noFill/>
          <a:ln w="5080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blue background with many triangles&#10;&#10;AI-generated content may be incorrect.">
            <a:extLst>
              <a:ext uri="{FF2B5EF4-FFF2-40B4-BE49-F238E27FC236}">
                <a16:creationId xmlns:a16="http://schemas.microsoft.com/office/drawing/2014/main" id="{5CE2019B-D709-153F-1613-CE22583EF3D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2" name="Title 1"/>
          <p:cNvSpPr>
            <a:spLocks noGrp="1"/>
          </p:cNvSpPr>
          <p:nvPr>
            <p:ph type="ctrTitle"/>
          </p:nvPr>
        </p:nvSpPr>
        <p:spPr>
          <a:xfrm>
            <a:off x="838200" y="1548245"/>
            <a:ext cx="10515600" cy="2240280"/>
          </a:xfrm>
        </p:spPr>
        <p:txBody>
          <a:bodyPr anchor="b">
            <a:normAutofit/>
          </a:bodyPr>
          <a:lstStyle>
            <a:lvl1pPr algn="ctr">
              <a:defRPr sz="4400">
                <a:solidFill>
                  <a:schemeClr val="bg1"/>
                </a:solidFill>
                <a:effectLst/>
              </a:defRPr>
            </a:lvl1pPr>
          </a:lstStyle>
          <a:p>
            <a:r>
              <a:rPr lang="en-US" dirty="0"/>
              <a:t>Click to edit Master title style</a:t>
            </a:r>
          </a:p>
        </p:txBody>
      </p:sp>
      <p:sp>
        <p:nvSpPr>
          <p:cNvPr id="3" name="Subtitle 2"/>
          <p:cNvSpPr>
            <a:spLocks noGrp="1"/>
          </p:cNvSpPr>
          <p:nvPr>
            <p:ph type="subTitle" idx="1"/>
          </p:nvPr>
        </p:nvSpPr>
        <p:spPr>
          <a:xfrm>
            <a:off x="838200" y="3854659"/>
            <a:ext cx="10515600" cy="1143000"/>
          </a:xfrm>
        </p:spPr>
        <p:txBody>
          <a:bodyPr>
            <a:normAutofit/>
          </a:bodyPr>
          <a:lstStyle>
            <a:lvl1pPr marL="0" indent="0" algn="ctr">
              <a:buNone/>
              <a:defRPr sz="2800" b="1" cap="all" spc="50" baseline="0">
                <a:solidFill>
                  <a:schemeClr val="bg1"/>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Pictur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9802" y="5689723"/>
            <a:ext cx="3081297" cy="959922"/>
          </a:xfrm>
          <a:prstGeom prst="rect">
            <a:avLst/>
          </a:prstGeom>
        </p:spPr>
      </p:pic>
    </p:spTree>
    <p:extLst>
      <p:ext uri="{BB962C8B-B14F-4D97-AF65-F5344CB8AC3E}">
        <p14:creationId xmlns:p14="http://schemas.microsoft.com/office/powerpoint/2010/main" val="33882618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Slide with Pictures">
    <p:bg>
      <p:bgRef idx="1001">
        <a:schemeClr val="bg1"/>
      </p:bgRef>
    </p:bg>
    <p:spTree>
      <p:nvGrpSpPr>
        <p:cNvPr id="1" name=""/>
        <p:cNvGrpSpPr/>
        <p:nvPr/>
      </p:nvGrpSpPr>
      <p:grpSpPr>
        <a:xfrm>
          <a:off x="0" y="0"/>
          <a:ext cx="0" cy="0"/>
          <a:chOff x="0" y="0"/>
          <a:chExt cx="0" cy="0"/>
        </a:xfrm>
      </p:grpSpPr>
      <p:pic>
        <p:nvPicPr>
          <p:cNvPr id="6" name="Picture 5" descr="A blue background with many triangles&#10;&#10;AI-generated content may be incorrect.">
            <a:extLst>
              <a:ext uri="{FF2B5EF4-FFF2-40B4-BE49-F238E27FC236}">
                <a16:creationId xmlns:a16="http://schemas.microsoft.com/office/drawing/2014/main" id="{57272A6F-52C2-0E9B-8E2C-58BD030CFEE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745737"/>
            <a:ext cx="12192000" cy="2112262"/>
          </a:xfrm>
          <a:prstGeom prst="rect">
            <a:avLst/>
          </a:prstGeom>
        </p:spPr>
      </p:pic>
      <p:sp>
        <p:nvSpPr>
          <p:cNvPr id="2" name="Title 1"/>
          <p:cNvSpPr>
            <a:spLocks noGrp="1"/>
          </p:cNvSpPr>
          <p:nvPr>
            <p:ph type="ctrTitle"/>
          </p:nvPr>
        </p:nvSpPr>
        <p:spPr>
          <a:xfrm>
            <a:off x="533400" y="5084483"/>
            <a:ext cx="11125200" cy="914400"/>
          </a:xfrm>
        </p:spPr>
        <p:txBody>
          <a:bodyPr anchor="b">
            <a:normAutofit/>
          </a:bodyPr>
          <a:lstStyle>
            <a:lvl1pPr algn="ctr">
              <a:defRPr sz="4400" spc="-50" baseline="0">
                <a:solidFill>
                  <a:schemeClr val="bg1"/>
                </a:solidFill>
                <a:effectLst/>
              </a:defRPr>
            </a:lvl1pPr>
          </a:lstStyle>
          <a:p>
            <a:r>
              <a:rPr lang="en-US" dirty="0"/>
              <a:t>Click to edit Master title style</a:t>
            </a:r>
          </a:p>
        </p:txBody>
      </p:sp>
      <p:sp>
        <p:nvSpPr>
          <p:cNvPr id="9" name="Picture Placeholder 2" descr="An empty placeholder to add an image. Click on the placeholder and select the image that you wish to add"/>
          <p:cNvSpPr>
            <a:spLocks noGrp="1"/>
          </p:cNvSpPr>
          <p:nvPr>
            <p:ph type="pic" idx="10"/>
          </p:nvPr>
        </p:nvSpPr>
        <p:spPr>
          <a:xfrm>
            <a:off x="1" y="1"/>
            <a:ext cx="4023360" cy="4745736"/>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3" name="Picture Placeholder 2" descr="An empty placeholder to add an image. Click on the placeholder and select the image that you wish to add"/>
          <p:cNvSpPr>
            <a:spLocks noGrp="1"/>
          </p:cNvSpPr>
          <p:nvPr>
            <p:ph type="pic" idx="11"/>
          </p:nvPr>
        </p:nvSpPr>
        <p:spPr>
          <a:xfrm>
            <a:off x="4084320" y="1"/>
            <a:ext cx="4023360" cy="4745736"/>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4" name="Picture Placeholder 2" descr="An empty placeholder to add an image. Click on the placeholder and select the image that you wish to add"/>
          <p:cNvSpPr>
            <a:spLocks noGrp="1"/>
          </p:cNvSpPr>
          <p:nvPr>
            <p:ph type="pic" idx="12"/>
          </p:nvPr>
        </p:nvSpPr>
        <p:spPr>
          <a:xfrm>
            <a:off x="8168640" y="1"/>
            <a:ext cx="4023360" cy="4745736"/>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3" name="Subtitle 2"/>
          <p:cNvSpPr>
            <a:spLocks noGrp="1"/>
          </p:cNvSpPr>
          <p:nvPr>
            <p:ph type="subTitle" idx="1"/>
          </p:nvPr>
        </p:nvSpPr>
        <p:spPr>
          <a:xfrm>
            <a:off x="533400" y="6043123"/>
            <a:ext cx="11125200" cy="571500"/>
          </a:xfrm>
        </p:spPr>
        <p:txBody>
          <a:bodyPr>
            <a:normAutofit/>
          </a:bodyPr>
          <a:lstStyle>
            <a:lvl1pPr marL="0" indent="0" algn="ctr">
              <a:spcBef>
                <a:spcPts val="0"/>
              </a:spcBef>
              <a:buNone/>
              <a:defRPr sz="2000" b="1" cap="all" spc="50" baseline="0">
                <a:solidFill>
                  <a:schemeClr val="bg1"/>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9173846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Title Slide with Pictures">
    <p:bg>
      <p:bgRef idx="1001">
        <a:schemeClr val="bg1"/>
      </p:bgRef>
    </p:bg>
    <p:spTree>
      <p:nvGrpSpPr>
        <p:cNvPr id="1" name=""/>
        <p:cNvGrpSpPr/>
        <p:nvPr/>
      </p:nvGrpSpPr>
      <p:grpSpPr>
        <a:xfrm>
          <a:off x="0" y="0"/>
          <a:ext cx="0" cy="0"/>
          <a:chOff x="0" y="0"/>
          <a:chExt cx="0" cy="0"/>
        </a:xfrm>
      </p:grpSpPr>
      <p:pic>
        <p:nvPicPr>
          <p:cNvPr id="6" name="Picture 5" descr="A blue background with many triangles&#10;&#10;AI-generated content may be incorrect.">
            <a:extLst>
              <a:ext uri="{FF2B5EF4-FFF2-40B4-BE49-F238E27FC236}">
                <a16:creationId xmlns:a16="http://schemas.microsoft.com/office/drawing/2014/main" id="{57272A6F-52C2-0E9B-8E2C-58BD030CFEE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2101508"/>
          </a:xfrm>
          <a:prstGeom prst="rect">
            <a:avLst/>
          </a:prstGeom>
        </p:spPr>
      </p:pic>
      <p:sp>
        <p:nvSpPr>
          <p:cNvPr id="9" name="Picture Placeholder 2" descr="An empty placeholder to add an image. Click on the placeholder and select the image that you wish to add"/>
          <p:cNvSpPr>
            <a:spLocks noGrp="1"/>
          </p:cNvSpPr>
          <p:nvPr>
            <p:ph type="pic" idx="10"/>
          </p:nvPr>
        </p:nvSpPr>
        <p:spPr>
          <a:xfrm>
            <a:off x="1" y="2126973"/>
            <a:ext cx="4023360" cy="4745736"/>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3" name="Picture Placeholder 2" descr="An empty placeholder to add an image. Click on the placeholder and select the image that you wish to add"/>
          <p:cNvSpPr>
            <a:spLocks noGrp="1"/>
          </p:cNvSpPr>
          <p:nvPr>
            <p:ph type="pic" idx="11"/>
          </p:nvPr>
        </p:nvSpPr>
        <p:spPr>
          <a:xfrm>
            <a:off x="4084320" y="2126973"/>
            <a:ext cx="4023360" cy="4745736"/>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4" name="Picture Placeholder 2" descr="An empty placeholder to add an image. Click on the placeholder and select the image that you wish to add"/>
          <p:cNvSpPr>
            <a:spLocks noGrp="1"/>
          </p:cNvSpPr>
          <p:nvPr>
            <p:ph type="pic" idx="12"/>
          </p:nvPr>
        </p:nvSpPr>
        <p:spPr>
          <a:xfrm>
            <a:off x="8168640" y="2126973"/>
            <a:ext cx="4023360" cy="4745736"/>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8" name="Title 1">
            <a:extLst>
              <a:ext uri="{FF2B5EF4-FFF2-40B4-BE49-F238E27FC236}">
                <a16:creationId xmlns:a16="http://schemas.microsoft.com/office/drawing/2014/main" id="{1C11B32E-CA7E-2EC7-1C16-25426D289192}"/>
              </a:ext>
            </a:extLst>
          </p:cNvPr>
          <p:cNvSpPr>
            <a:spLocks noGrp="1"/>
          </p:cNvSpPr>
          <p:nvPr>
            <p:ph type="ctrTitle"/>
          </p:nvPr>
        </p:nvSpPr>
        <p:spPr>
          <a:xfrm>
            <a:off x="533400" y="194429"/>
            <a:ext cx="11125200" cy="914400"/>
          </a:xfrm>
        </p:spPr>
        <p:txBody>
          <a:bodyPr anchor="b">
            <a:normAutofit/>
          </a:bodyPr>
          <a:lstStyle>
            <a:lvl1pPr algn="ctr">
              <a:defRPr sz="4400" spc="-50" baseline="0">
                <a:solidFill>
                  <a:schemeClr val="bg1"/>
                </a:solidFill>
                <a:effectLst/>
              </a:defRPr>
            </a:lvl1pPr>
          </a:lstStyle>
          <a:p>
            <a:r>
              <a:rPr lang="en-US" dirty="0"/>
              <a:t>Click to edit Master title style</a:t>
            </a:r>
          </a:p>
        </p:txBody>
      </p:sp>
      <p:pic>
        <p:nvPicPr>
          <p:cNvPr id="2" name="Picture 1">
            <a:extLst>
              <a:ext uri="{FF2B5EF4-FFF2-40B4-BE49-F238E27FC236}">
                <a16:creationId xmlns:a16="http://schemas.microsoft.com/office/drawing/2014/main" id="{25F08EE6-C5C6-236E-0CA2-93FE87F8634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49127" y="1172999"/>
            <a:ext cx="2693745" cy="839187"/>
          </a:xfrm>
          <a:prstGeom prst="rect">
            <a:avLst/>
          </a:prstGeom>
        </p:spPr>
      </p:pic>
    </p:spTree>
    <p:extLst>
      <p:ext uri="{BB962C8B-B14F-4D97-AF65-F5344CB8AC3E}">
        <p14:creationId xmlns:p14="http://schemas.microsoft.com/office/powerpoint/2010/main" val="36448001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lt"/>
              </a:defRPr>
            </a:lvl1pPr>
          </a:lstStyle>
          <a:p>
            <a:r>
              <a:rPr lang="en-US" dirty="0"/>
              <a:t>Click to edit Master title style</a:t>
            </a:r>
          </a:p>
        </p:txBody>
      </p:sp>
      <p:sp>
        <p:nvSpPr>
          <p:cNvPr id="3" name="Content Placeholder 2"/>
          <p:cNvSpPr>
            <a:spLocks noGrp="1"/>
          </p:cNvSpPr>
          <p:nvPr>
            <p:ph idx="1" hasCustomPrompt="1"/>
          </p:nvPr>
        </p:nvSpPr>
        <p:spPr>
          <a:xfrm>
            <a:off x="1524000" y="1714500"/>
            <a:ext cx="4572000" cy="3821596"/>
          </a:xfrm>
        </p:spPr>
        <p:txBody>
          <a:bodyPr/>
          <a:lstStyle>
            <a:lvl1pPr>
              <a:defRPr>
                <a:latin typeface=""/>
              </a:defRPr>
            </a:lvl1pPr>
            <a:lvl5pP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6673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08382" y="337930"/>
            <a:ext cx="5373757" cy="1143000"/>
          </a:xfrm>
        </p:spPr>
        <p:txBody>
          <a:bodyPr/>
          <a:lstStyle>
            <a:lvl1pPr>
              <a:defRPr>
                <a:latin typeface="+mj-lt"/>
              </a:defRPr>
            </a:lvl1pPr>
          </a:lstStyle>
          <a:p>
            <a:r>
              <a:rPr lang="en-US" dirty="0"/>
              <a:t>Click to edit Master title style</a:t>
            </a:r>
          </a:p>
        </p:txBody>
      </p:sp>
      <p:sp>
        <p:nvSpPr>
          <p:cNvPr id="3" name="Content Placeholder 2"/>
          <p:cNvSpPr>
            <a:spLocks noGrp="1"/>
          </p:cNvSpPr>
          <p:nvPr>
            <p:ph idx="1" hasCustomPrompt="1"/>
          </p:nvPr>
        </p:nvSpPr>
        <p:spPr>
          <a:xfrm>
            <a:off x="808382" y="1595230"/>
            <a:ext cx="5373757" cy="3821596"/>
          </a:xfrm>
        </p:spPr>
        <p:txBody>
          <a:bodyPr/>
          <a:lstStyle>
            <a:lvl1pPr>
              <a:defRPr>
                <a:latin typeface=""/>
              </a:defRPr>
            </a:lvl1pPr>
            <a:lvl5pP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2" descr="An empty placeholder to add an image. Click on the placeholder and select the image that you wish to add">
            <a:extLst>
              <a:ext uri="{FF2B5EF4-FFF2-40B4-BE49-F238E27FC236}">
                <a16:creationId xmlns:a16="http://schemas.microsoft.com/office/drawing/2014/main" id="{74C47FAC-65C7-246F-0FFA-CEDFD548152A}"/>
              </a:ext>
            </a:extLst>
          </p:cNvPr>
          <p:cNvSpPr>
            <a:spLocks noGrp="1"/>
          </p:cNvSpPr>
          <p:nvPr>
            <p:ph type="pic" idx="10" hasCustomPrompt="1"/>
          </p:nvPr>
        </p:nvSpPr>
        <p:spPr>
          <a:xfrm>
            <a:off x="6407427" y="337930"/>
            <a:ext cx="4989443" cy="5078896"/>
          </a:xfrm>
        </p:spPr>
        <p:txBody>
          <a:bodyPr tIns="457200">
            <a:normAutofit/>
          </a:bodyPr>
          <a:lstStyle>
            <a:lvl1pPr marL="0" indent="0" algn="ctr">
              <a:buNone/>
              <a:defRPr sz="20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ck </a:t>
            </a:r>
            <a:r>
              <a:rPr lang="en-US" dirty="0" err="1"/>
              <a:t>ico</a:t>
            </a:r>
            <a:r>
              <a:rPr lang="en-US" dirty="0"/>
              <a:t> to add picture</a:t>
            </a:r>
          </a:p>
        </p:txBody>
      </p:sp>
    </p:spTree>
    <p:extLst>
      <p:ext uri="{BB962C8B-B14F-4D97-AF65-F5344CB8AC3E}">
        <p14:creationId xmlns:p14="http://schemas.microsoft.com/office/powerpoint/2010/main" val="2115564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1">
            <a:lumMod val="75000"/>
          </a:schemeClr>
        </a:solidFill>
        <a:effectLst/>
      </p:bgPr>
    </p:bg>
    <p:spTree>
      <p:nvGrpSpPr>
        <p:cNvPr id="1" name=""/>
        <p:cNvGrpSpPr/>
        <p:nvPr/>
      </p:nvGrpSpPr>
      <p:grpSpPr>
        <a:xfrm>
          <a:off x="0" y="0"/>
          <a:ext cx="0" cy="0"/>
          <a:chOff x="0" y="0"/>
          <a:chExt cx="0" cy="0"/>
        </a:xfrm>
      </p:grpSpPr>
      <p:sp>
        <p:nvSpPr>
          <p:cNvPr id="7" name="Rectangle 6"/>
          <p:cNvSpPr/>
          <p:nvPr/>
        </p:nvSpPr>
        <p:spPr>
          <a:xfrm>
            <a:off x="304800" y="304800"/>
            <a:ext cx="11582400" cy="6248400"/>
          </a:xfrm>
          <a:prstGeom prst="rect">
            <a:avLst/>
          </a:prstGeom>
          <a:noFill/>
          <a:ln w="5080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85AFACE7-C997-5998-403A-269BB20D23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880237" y="385262"/>
            <a:ext cx="5331720" cy="2743200"/>
          </a:xfrm>
        </p:spPr>
        <p:txBody>
          <a:bodyPr anchor="b">
            <a:normAutofit/>
          </a:bodyPr>
          <a:lstStyle>
            <a:lvl1pPr algn="ctr">
              <a:defRPr sz="4400" spc="-50" baseline="0">
                <a:solidFill>
                  <a:schemeClr val="bg1"/>
                </a:solidFill>
                <a:effectLst/>
              </a:defRPr>
            </a:lvl1pPr>
          </a:lstStyle>
          <a:p>
            <a:r>
              <a:rPr lang="en-US" dirty="0"/>
              <a:t>Click to edit Master title style</a:t>
            </a:r>
          </a:p>
        </p:txBody>
      </p:sp>
      <p:sp>
        <p:nvSpPr>
          <p:cNvPr id="5" name="Text Placeholder 4"/>
          <p:cNvSpPr>
            <a:spLocks noGrp="1"/>
          </p:cNvSpPr>
          <p:nvPr>
            <p:ph type="body" sz="quarter" idx="10"/>
          </p:nvPr>
        </p:nvSpPr>
        <p:spPr>
          <a:xfrm>
            <a:off x="838200" y="3330711"/>
            <a:ext cx="5373757" cy="914400"/>
          </a:xfrm>
        </p:spPr>
        <p:txBody>
          <a:bodyPr>
            <a:normAutofit/>
          </a:bodyPr>
          <a:lstStyle>
            <a:lvl1pPr marL="0" indent="0" algn="ctr">
              <a:spcBef>
                <a:spcPts val="0"/>
              </a:spcBef>
              <a:buFontTx/>
              <a:buNone/>
              <a:defRPr sz="2400" b="1" strike="noStrike" cap="all" spc="50" baseline="0">
                <a:solidFill>
                  <a:schemeClr val="bg1"/>
                </a:solidFill>
                <a:effectLst/>
              </a:defRPr>
            </a:lvl1pPr>
            <a:lvl2pPr marL="365760" indent="0" algn="ctr">
              <a:buNone/>
              <a:defRPr sz="2000" cap="all" spc="50" baseline="0">
                <a:solidFill>
                  <a:schemeClr val="bg1"/>
                </a:solidFill>
              </a:defRPr>
            </a:lvl2pPr>
            <a:lvl3pPr algn="ctr">
              <a:defRPr sz="2000" cap="all" spc="50" baseline="0">
                <a:solidFill>
                  <a:schemeClr val="bg1"/>
                </a:solidFill>
              </a:defRPr>
            </a:lvl3pPr>
            <a:lvl4pPr algn="ctr">
              <a:defRPr sz="2000" cap="all" spc="50" baseline="0">
                <a:solidFill>
                  <a:schemeClr val="bg1"/>
                </a:solidFill>
              </a:defRPr>
            </a:lvl4pPr>
            <a:lvl5pPr algn="ctr">
              <a:defRPr sz="2000" cap="all" spc="50" baseline="0">
                <a:solidFill>
                  <a:schemeClr val="bg1"/>
                </a:solidFill>
              </a:defRPr>
            </a:lvl5pPr>
          </a:lstStyle>
          <a:p>
            <a:pPr lvl="0"/>
            <a:r>
              <a:rPr lang="en-US" dirty="0"/>
              <a:t>Edit Master text styles</a:t>
            </a:r>
          </a:p>
        </p:txBody>
      </p:sp>
      <p:pic>
        <p:nvPicPr>
          <p:cNvPr id="4" name="Pictur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04800" y="5538463"/>
            <a:ext cx="2935170" cy="914399"/>
          </a:xfrm>
          <a:prstGeom prst="rect">
            <a:avLst/>
          </a:prstGeom>
        </p:spPr>
      </p:pic>
      <p:sp>
        <p:nvSpPr>
          <p:cNvPr id="3" name="Picture Placeholder 2" descr="An empty placeholder to add an image. Click on the placeholder and select the image that you wish to add">
            <a:extLst>
              <a:ext uri="{FF2B5EF4-FFF2-40B4-BE49-F238E27FC236}">
                <a16:creationId xmlns:a16="http://schemas.microsoft.com/office/drawing/2014/main" id="{C10ABBB4-71F4-9BA3-3103-91FDA83818E8}"/>
              </a:ext>
            </a:extLst>
          </p:cNvPr>
          <p:cNvSpPr>
            <a:spLocks noGrp="1"/>
          </p:cNvSpPr>
          <p:nvPr>
            <p:ph type="pic" idx="1"/>
          </p:nvPr>
        </p:nvSpPr>
        <p:spPr>
          <a:xfrm>
            <a:off x="6554857" y="385262"/>
            <a:ext cx="4989443" cy="6067600"/>
          </a:xfrm>
        </p:spPr>
        <p:txBody>
          <a:bodyPr tIns="457200">
            <a:normAutofit/>
          </a:bodyPr>
          <a:lstStyle>
            <a:lvl1pPr marL="0" indent="0" algn="ctr">
              <a:buNone/>
              <a:defRPr sz="20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Tree>
    <p:extLst>
      <p:ext uri="{BB962C8B-B14F-4D97-AF65-F5344CB8AC3E}">
        <p14:creationId xmlns:p14="http://schemas.microsoft.com/office/powerpoint/2010/main" val="12163857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374BFAF-4FD1-F5B8-6832-1DD89DFC129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2000" cy="5071602"/>
          </a:xfrm>
          <a:prstGeom prst="rect">
            <a:avLst/>
          </a:prstGeom>
        </p:spPr>
      </p:pic>
      <p:sp>
        <p:nvSpPr>
          <p:cNvPr id="4" name="Title 1">
            <a:extLst>
              <a:ext uri="{FF2B5EF4-FFF2-40B4-BE49-F238E27FC236}">
                <a16:creationId xmlns:a16="http://schemas.microsoft.com/office/drawing/2014/main" id="{D723A66D-3896-8048-58C9-B775093F8268}"/>
              </a:ext>
            </a:extLst>
          </p:cNvPr>
          <p:cNvSpPr>
            <a:spLocks noGrp="1"/>
          </p:cNvSpPr>
          <p:nvPr>
            <p:ph type="title"/>
          </p:nvPr>
        </p:nvSpPr>
        <p:spPr>
          <a:xfrm>
            <a:off x="838200" y="5526740"/>
            <a:ext cx="10515600" cy="937176"/>
          </a:xfrm>
        </p:spPr>
        <p:txBody>
          <a:bodyPr anchor="b">
            <a:normAutofit/>
          </a:bodyPr>
          <a:lstStyle>
            <a:lvl1pPr algn="ctr">
              <a:defRPr sz="4400" spc="-50" baseline="0">
                <a:solidFill>
                  <a:schemeClr val="tx2"/>
                </a:solidFill>
                <a:effectLst/>
              </a:defRPr>
            </a:lvl1pPr>
          </a:lstStyle>
          <a:p>
            <a:r>
              <a:rPr lang="en-US" dirty="0"/>
              <a:t>Click to edit Master title style</a:t>
            </a:r>
          </a:p>
        </p:txBody>
      </p:sp>
      <p:pic>
        <p:nvPicPr>
          <p:cNvPr id="5" name="Picture 4">
            <a:extLst>
              <a:ext uri="{FF2B5EF4-FFF2-40B4-BE49-F238E27FC236}">
                <a16:creationId xmlns:a16="http://schemas.microsoft.com/office/drawing/2014/main" id="{354DD2F8-60D8-D5FA-3A10-D679EF02A1F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442551" y="3848752"/>
            <a:ext cx="3306898" cy="1030204"/>
          </a:xfrm>
          <a:prstGeom prst="rect">
            <a:avLst/>
          </a:prstGeom>
        </p:spPr>
      </p:pic>
      <p:sp>
        <p:nvSpPr>
          <p:cNvPr id="6" name="Picture Placeholder 2" descr="An empty placeholder to add an image. Click on the placeholder and select the image that you wish to add">
            <a:extLst>
              <a:ext uri="{FF2B5EF4-FFF2-40B4-BE49-F238E27FC236}">
                <a16:creationId xmlns:a16="http://schemas.microsoft.com/office/drawing/2014/main" id="{C7EA87F8-3F37-2165-A220-9BC8B6B95E2B}"/>
              </a:ext>
            </a:extLst>
          </p:cNvPr>
          <p:cNvSpPr>
            <a:spLocks noGrp="1"/>
          </p:cNvSpPr>
          <p:nvPr>
            <p:ph type="pic" idx="10"/>
          </p:nvPr>
        </p:nvSpPr>
        <p:spPr>
          <a:xfrm>
            <a:off x="6211956" y="0"/>
            <a:ext cx="5403573" cy="3656106"/>
          </a:xfrm>
        </p:spPr>
        <p:txBody>
          <a:bodyPr tIns="457200">
            <a:normAutofit/>
          </a:bodyPr>
          <a:lstStyle>
            <a:lvl1pPr marL="0" indent="0" algn="ctr">
              <a:buNone/>
              <a:defRPr sz="20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7" name="Picture Placeholder 2" descr="An empty placeholder to add an image. Click on the placeholder and select the image that you wish to add">
            <a:extLst>
              <a:ext uri="{FF2B5EF4-FFF2-40B4-BE49-F238E27FC236}">
                <a16:creationId xmlns:a16="http://schemas.microsoft.com/office/drawing/2014/main" id="{EA067499-ABDE-4014-A4EF-9D1A0339AE8C}"/>
              </a:ext>
            </a:extLst>
          </p:cNvPr>
          <p:cNvSpPr>
            <a:spLocks noGrp="1"/>
          </p:cNvSpPr>
          <p:nvPr>
            <p:ph type="pic" idx="11"/>
          </p:nvPr>
        </p:nvSpPr>
        <p:spPr>
          <a:xfrm>
            <a:off x="493644" y="0"/>
            <a:ext cx="5403573" cy="3656106"/>
          </a:xfrm>
        </p:spPr>
        <p:txBody>
          <a:bodyPr tIns="457200">
            <a:normAutofit/>
          </a:bodyPr>
          <a:lstStyle>
            <a:lvl1pPr marL="0" indent="0" algn="ctr">
              <a:buNone/>
              <a:defRPr sz="20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Tree>
    <p:extLst>
      <p:ext uri="{BB962C8B-B14F-4D97-AF65-F5344CB8AC3E}">
        <p14:creationId xmlns:p14="http://schemas.microsoft.com/office/powerpoint/2010/main" val="3465089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24000" y="1714500"/>
            <a:ext cx="4495800" cy="3543300"/>
          </a:xfrm>
        </p:spPr>
        <p:txBody>
          <a:bodyPr>
            <a:normAutofit/>
          </a:bodyPr>
          <a:lstStyle>
            <a:lvl1pPr>
              <a:defRPr sz="2800"/>
            </a:lvl1pPr>
            <a:lvl2pPr>
              <a:defRPr sz="24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714500"/>
            <a:ext cx="4495800" cy="3543300"/>
          </a:xfrm>
        </p:spPr>
        <p:txBody>
          <a:bodyPr>
            <a:normAutofit/>
          </a:bodyPr>
          <a:lstStyle>
            <a:lvl1pPr>
              <a:defRPr sz="2800"/>
            </a:lvl1pPr>
            <a:lvl2pPr>
              <a:defRPr sz="24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0837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527048" y="1733162"/>
            <a:ext cx="4498848" cy="685800"/>
          </a:xfrm>
        </p:spPr>
        <p:txBody>
          <a:bodyPr anchor="b">
            <a:noAutofit/>
          </a:bodyPr>
          <a:lstStyle>
            <a:lvl1pPr marL="0" indent="0">
              <a:spcBef>
                <a:spcPts val="0"/>
              </a:spcBef>
              <a:buNone/>
              <a:defRPr sz="24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527048" y="2481943"/>
            <a:ext cx="4498848" cy="2576945"/>
          </a:xfrm>
        </p:spPr>
        <p:txBody>
          <a:bodyPr>
            <a:normAutofit/>
          </a:bodyPr>
          <a:lstStyle>
            <a:lvl1pPr>
              <a:defRPr sz="2800"/>
            </a:lvl1pPr>
            <a:lvl2pPr>
              <a:defRPr sz="2400"/>
            </a:lvl2pPr>
            <a:lvl3pPr>
              <a:defRPr sz="2000"/>
            </a:lvl3pPr>
            <a:lvl4pPr>
              <a:defRPr sz="1800"/>
            </a:lvl4pPr>
            <a:lvl5pPr>
              <a:defRPr sz="18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733162"/>
            <a:ext cx="4498848" cy="685800"/>
          </a:xfrm>
        </p:spPr>
        <p:txBody>
          <a:bodyPr anchor="b">
            <a:noAutofit/>
          </a:bodyPr>
          <a:lstStyle>
            <a:lvl1pPr marL="0" indent="0">
              <a:spcBef>
                <a:spcPts val="0"/>
              </a:spcBef>
              <a:buNone/>
              <a:defRPr sz="24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481943"/>
            <a:ext cx="4498848" cy="2576945"/>
          </a:xfrm>
        </p:spPr>
        <p:txBody>
          <a:bodyPr>
            <a:normAutofit/>
          </a:bodyPr>
          <a:lstStyle>
            <a:lvl1pPr>
              <a:defRPr sz="2800"/>
            </a:lvl1pPr>
            <a:lvl2pPr>
              <a:defRPr sz="2400"/>
            </a:lvl2pPr>
            <a:lvl3pPr>
              <a:defRPr sz="2000"/>
            </a:lvl3pPr>
            <a:lvl4pPr>
              <a:defRPr sz="1800"/>
            </a:lvl4pPr>
            <a:lvl5pPr>
              <a:defRPr sz="18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1643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Picture Placeholder 2" descr="An empty placeholder to add an image. Click on the placeholder and select the image that you wish to add">
            <a:extLst>
              <a:ext uri="{FF2B5EF4-FFF2-40B4-BE49-F238E27FC236}">
                <a16:creationId xmlns:a16="http://schemas.microsoft.com/office/drawing/2014/main" id="{AC3969FB-AF7C-4147-C3DB-FDD962127C76}"/>
              </a:ext>
            </a:extLst>
          </p:cNvPr>
          <p:cNvSpPr>
            <a:spLocks noGrp="1"/>
          </p:cNvSpPr>
          <p:nvPr>
            <p:ph type="pic" idx="1"/>
          </p:nvPr>
        </p:nvSpPr>
        <p:spPr>
          <a:xfrm>
            <a:off x="1524000" y="1776740"/>
            <a:ext cx="9144000" cy="3719599"/>
          </a:xfrm>
        </p:spPr>
        <p:txBody>
          <a:bodyPr tIns="457200">
            <a:normAutofit/>
          </a:bodyPr>
          <a:lstStyle>
            <a:lvl1pPr marL="0" indent="0" algn="ctr">
              <a:buNone/>
              <a:defRPr sz="20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Tree>
    <p:extLst>
      <p:ext uri="{BB962C8B-B14F-4D97-AF65-F5344CB8AC3E}">
        <p14:creationId xmlns:p14="http://schemas.microsoft.com/office/powerpoint/2010/main" val="1776634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55700" y="2022318"/>
            <a:ext cx="3506788" cy="1406682"/>
          </a:xfrm>
        </p:spPr>
        <p:txBody>
          <a:bodyPr anchor="b">
            <a:normAutofit/>
          </a:bodyPr>
          <a:lstStyle>
            <a:lvl1pPr>
              <a:defRPr sz="3000"/>
            </a:lvl1pPr>
          </a:lstStyle>
          <a:p>
            <a:r>
              <a:rPr lang="en-US"/>
              <a:t>Click to edit Master title style</a:t>
            </a:r>
            <a:endParaRPr lang="en-US" dirty="0"/>
          </a:p>
        </p:txBody>
      </p:sp>
      <p:sp>
        <p:nvSpPr>
          <p:cNvPr id="3" name="Content Placeholder 2"/>
          <p:cNvSpPr>
            <a:spLocks noGrp="1"/>
          </p:cNvSpPr>
          <p:nvPr>
            <p:ph idx="1"/>
          </p:nvPr>
        </p:nvSpPr>
        <p:spPr>
          <a:xfrm>
            <a:off x="530352" y="457200"/>
            <a:ext cx="7242111" cy="4760259"/>
          </a:xfrm>
        </p:spPr>
        <p:txBody>
          <a:bodyPr>
            <a:normAutofit/>
          </a:bodyPr>
          <a:lstStyle>
            <a:lvl1pPr>
              <a:defRPr sz="2800">
                <a:latin typeface="+mj-lt"/>
              </a:defRPr>
            </a:lvl1pPr>
            <a:lvl2pPr>
              <a:defRPr sz="2400">
                <a:latin typeface="+mj-lt"/>
              </a:defRPr>
            </a:lvl2pPr>
            <a:lvl3pPr>
              <a:defRPr sz="2000">
                <a:latin typeface="+mj-lt"/>
              </a:defRPr>
            </a:lvl3pPr>
            <a:lvl4pPr>
              <a:defRPr sz="1800">
                <a:latin typeface="+mj-lt"/>
              </a:defRPr>
            </a:lvl4pPr>
            <a:lvl5pPr>
              <a:defRPr sz="1800">
                <a:latin typeface="+mj-lt"/>
              </a:defRPr>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51812" y="3635547"/>
            <a:ext cx="3514564" cy="1581912"/>
          </a:xfrm>
        </p:spPr>
        <p:txBody>
          <a:bodyPr>
            <a:normAutofit/>
          </a:bodyPr>
          <a:lstStyle>
            <a:lvl1pPr marL="0" indent="0">
              <a:spcBef>
                <a:spcPts val="800"/>
              </a:spcBef>
              <a:buNone/>
              <a:defRPr sz="2400">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289293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Picture with Caption">
    <p:spTree>
      <p:nvGrpSpPr>
        <p:cNvPr id="1" name=""/>
        <p:cNvGrpSpPr/>
        <p:nvPr/>
      </p:nvGrpSpPr>
      <p:grpSpPr>
        <a:xfrm>
          <a:off x="0" y="0"/>
          <a:ext cx="0" cy="0"/>
          <a:chOff x="0" y="0"/>
          <a:chExt cx="0" cy="0"/>
        </a:xfrm>
      </p:grpSpPr>
      <p:sp>
        <p:nvSpPr>
          <p:cNvPr id="8" name="Rectangle 7"/>
          <p:cNvSpPr/>
          <p:nvPr/>
        </p:nvSpPr>
        <p:spPr>
          <a:xfrm>
            <a:off x="8153400" y="0"/>
            <a:ext cx="4038600"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blue background with many triangles&#10;&#10;AI-generated content may be incorrect.">
            <a:extLst>
              <a:ext uri="{FF2B5EF4-FFF2-40B4-BE49-F238E27FC236}">
                <a16:creationId xmlns:a16="http://schemas.microsoft.com/office/drawing/2014/main" id="{B976AC2E-215D-6864-597A-CF135F73D04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53400" y="0"/>
            <a:ext cx="4038600" cy="6857998"/>
          </a:xfrm>
          <a:prstGeom prst="rect">
            <a:avLst/>
          </a:prstGeom>
        </p:spPr>
      </p:pic>
      <p:sp>
        <p:nvSpPr>
          <p:cNvPr id="2" name="Title 1"/>
          <p:cNvSpPr>
            <a:spLocks noGrp="1"/>
          </p:cNvSpPr>
          <p:nvPr>
            <p:ph type="title"/>
          </p:nvPr>
        </p:nvSpPr>
        <p:spPr>
          <a:xfrm>
            <a:off x="8609805" y="824503"/>
            <a:ext cx="3125787" cy="1580441"/>
          </a:xfrm>
        </p:spPr>
        <p:txBody>
          <a:bodyPr anchor="b">
            <a:normAutofit/>
          </a:bodyPr>
          <a:lstStyle>
            <a:lvl1pPr>
              <a:defRPr sz="3000">
                <a:solidFill>
                  <a:schemeClr val="bg1"/>
                </a:solidFill>
                <a:effectLst/>
              </a:defRPr>
            </a:lvl1pPr>
          </a:lstStyle>
          <a:p>
            <a:r>
              <a:rPr lang="en-US" dirty="0"/>
              <a:t>Click to edit Master title style</a:t>
            </a:r>
          </a:p>
        </p:txBody>
      </p:sp>
      <p:sp>
        <p:nvSpPr>
          <p:cNvPr id="6" name="Picture Placeholder 2" descr="An empty placeholder to add an image. Click on the placeholder and select the image that you wish to add"/>
          <p:cNvSpPr>
            <a:spLocks noGrp="1"/>
          </p:cNvSpPr>
          <p:nvPr>
            <p:ph type="pic" idx="1"/>
          </p:nvPr>
        </p:nvSpPr>
        <p:spPr>
          <a:xfrm>
            <a:off x="0" y="0"/>
            <a:ext cx="8101584" cy="6857999"/>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609805" y="2534106"/>
            <a:ext cx="3125787" cy="2097366"/>
          </a:xfrm>
        </p:spPr>
        <p:txBody>
          <a:bodyPr>
            <a:normAutofit/>
          </a:bodyPr>
          <a:lstStyle>
            <a:lvl1pPr marL="0" indent="0">
              <a:spcBef>
                <a:spcPts val="800"/>
              </a:spcBef>
              <a:buNone/>
              <a:defRPr sz="2400" b="1">
                <a:solidFill>
                  <a:schemeClr val="bg1"/>
                </a:solidFill>
                <a:effectLst/>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305260" y="5893904"/>
            <a:ext cx="2373247" cy="739342"/>
          </a:xfrm>
          <a:prstGeom prst="rect">
            <a:avLst/>
          </a:prstGeom>
        </p:spPr>
      </p:pic>
    </p:spTree>
    <p:extLst>
      <p:ext uri="{BB962C8B-B14F-4D97-AF65-F5344CB8AC3E}">
        <p14:creationId xmlns:p14="http://schemas.microsoft.com/office/powerpoint/2010/main" val="1342720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3_Picture with Caption">
    <p:spTree>
      <p:nvGrpSpPr>
        <p:cNvPr id="1" name=""/>
        <p:cNvGrpSpPr/>
        <p:nvPr/>
      </p:nvGrpSpPr>
      <p:grpSpPr>
        <a:xfrm>
          <a:off x="0" y="0"/>
          <a:ext cx="0" cy="0"/>
          <a:chOff x="0" y="0"/>
          <a:chExt cx="0" cy="0"/>
        </a:xfrm>
      </p:grpSpPr>
      <p:pic>
        <p:nvPicPr>
          <p:cNvPr id="7" name="Picture 6" descr="A blue background with many triangles&#10;&#10;AI-generated content may be incorrect.">
            <a:extLst>
              <a:ext uri="{FF2B5EF4-FFF2-40B4-BE49-F238E27FC236}">
                <a16:creationId xmlns:a16="http://schemas.microsoft.com/office/drawing/2014/main" id="{B976AC2E-215D-6864-597A-CF135F73D04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4080477" cy="6858000"/>
          </a:xfrm>
          <a:prstGeom prst="rect">
            <a:avLst/>
          </a:prstGeom>
        </p:spPr>
      </p:pic>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1860" y="5865596"/>
            <a:ext cx="2373247" cy="739342"/>
          </a:xfrm>
          <a:prstGeom prst="rect">
            <a:avLst/>
          </a:prstGeom>
        </p:spPr>
      </p:pic>
      <p:sp>
        <p:nvSpPr>
          <p:cNvPr id="3" name="Picture Placeholder 2" descr="An empty placeholder to add an image. Click on the placeholder and select the image that you wish to add">
            <a:extLst>
              <a:ext uri="{FF2B5EF4-FFF2-40B4-BE49-F238E27FC236}">
                <a16:creationId xmlns:a16="http://schemas.microsoft.com/office/drawing/2014/main" id="{A16C835B-E788-E45D-F75A-18F586E69610}"/>
              </a:ext>
            </a:extLst>
          </p:cNvPr>
          <p:cNvSpPr>
            <a:spLocks noGrp="1"/>
          </p:cNvSpPr>
          <p:nvPr>
            <p:ph type="pic" idx="1"/>
          </p:nvPr>
        </p:nvSpPr>
        <p:spPr>
          <a:xfrm>
            <a:off x="4080477" y="0"/>
            <a:ext cx="8101584" cy="6857999"/>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1" name="Title 1">
            <a:extLst>
              <a:ext uri="{FF2B5EF4-FFF2-40B4-BE49-F238E27FC236}">
                <a16:creationId xmlns:a16="http://schemas.microsoft.com/office/drawing/2014/main" id="{346F9B50-082C-24BA-AA4D-27D3D4C1A4BF}"/>
              </a:ext>
            </a:extLst>
          </p:cNvPr>
          <p:cNvSpPr>
            <a:spLocks noGrp="1"/>
          </p:cNvSpPr>
          <p:nvPr>
            <p:ph type="title"/>
          </p:nvPr>
        </p:nvSpPr>
        <p:spPr>
          <a:xfrm>
            <a:off x="320570" y="794688"/>
            <a:ext cx="3125787" cy="1580441"/>
          </a:xfrm>
        </p:spPr>
        <p:txBody>
          <a:bodyPr anchor="b">
            <a:normAutofit/>
          </a:bodyPr>
          <a:lstStyle>
            <a:lvl1pPr>
              <a:defRPr sz="3000">
                <a:solidFill>
                  <a:schemeClr val="bg1"/>
                </a:solidFill>
                <a:effectLst/>
              </a:defRPr>
            </a:lvl1pPr>
          </a:lstStyle>
          <a:p>
            <a:r>
              <a:rPr lang="en-US" dirty="0"/>
              <a:t>Click to edit Master title style</a:t>
            </a:r>
          </a:p>
        </p:txBody>
      </p:sp>
      <p:sp>
        <p:nvSpPr>
          <p:cNvPr id="12" name="Text Placeholder 3">
            <a:extLst>
              <a:ext uri="{FF2B5EF4-FFF2-40B4-BE49-F238E27FC236}">
                <a16:creationId xmlns:a16="http://schemas.microsoft.com/office/drawing/2014/main" id="{E9CDF082-E3C2-3BD7-78D1-FB1FB1AE905B}"/>
              </a:ext>
            </a:extLst>
          </p:cNvPr>
          <p:cNvSpPr>
            <a:spLocks noGrp="1"/>
          </p:cNvSpPr>
          <p:nvPr>
            <p:ph type="body" sz="half" idx="2"/>
          </p:nvPr>
        </p:nvSpPr>
        <p:spPr>
          <a:xfrm>
            <a:off x="320570" y="2460074"/>
            <a:ext cx="3125787" cy="2097366"/>
          </a:xfrm>
        </p:spPr>
        <p:txBody>
          <a:bodyPr>
            <a:normAutofit/>
          </a:bodyPr>
          <a:lstStyle>
            <a:lvl1pPr marL="0" indent="0">
              <a:spcBef>
                <a:spcPts val="800"/>
              </a:spcBef>
              <a:buNone/>
              <a:defRPr sz="2400" b="1">
                <a:solidFill>
                  <a:schemeClr val="bg1"/>
                </a:solidFill>
                <a:effectLst/>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Tree>
    <p:extLst>
      <p:ext uri="{BB962C8B-B14F-4D97-AF65-F5344CB8AC3E}">
        <p14:creationId xmlns:p14="http://schemas.microsoft.com/office/powerpoint/2010/main" val="1620166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rot="16200000">
            <a:off x="2038348" y="1314451"/>
            <a:ext cx="3429002" cy="4457700"/>
          </a:xfrm>
        </p:spPr>
        <p:txBody>
          <a:bodyPr vert="eaVert"/>
          <a:lstStyle>
            <a:lvl1pPr>
              <a:defRPr/>
            </a:lvl1pPr>
            <a:lvl5pP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Vertical Text Placeholder 2">
            <a:extLst>
              <a:ext uri="{FF2B5EF4-FFF2-40B4-BE49-F238E27FC236}">
                <a16:creationId xmlns:a16="http://schemas.microsoft.com/office/drawing/2014/main" id="{8AFC9983-2EF1-4DCB-10BD-510AECE187C4}"/>
              </a:ext>
            </a:extLst>
          </p:cNvPr>
          <p:cNvSpPr>
            <a:spLocks noGrp="1"/>
          </p:cNvSpPr>
          <p:nvPr>
            <p:ph type="body" orient="vert" idx="13" hasCustomPrompt="1"/>
          </p:nvPr>
        </p:nvSpPr>
        <p:spPr>
          <a:xfrm rot="16200000">
            <a:off x="6724649" y="1314451"/>
            <a:ext cx="3429003" cy="4457700"/>
          </a:xfrm>
        </p:spPr>
        <p:txBody>
          <a:bodyPr vert="eaVert"/>
          <a:lstStyle>
            <a:lvl1pPr>
              <a:defRPr/>
            </a:lvl1pPr>
            <a:lvl5pP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53129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rot="16200000">
            <a:off x="8702350" y="-1521619"/>
            <a:ext cx="1171154" cy="5306125"/>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rot="16200000">
            <a:off x="1182996" y="166192"/>
            <a:ext cx="4960414" cy="5719762"/>
          </a:xfrm>
        </p:spPr>
        <p:txBody>
          <a:bodyPr vert="eaVert"/>
          <a:lstStyle>
            <a:lvl1pPr>
              <a:defRPr/>
            </a:lvl1pPr>
            <a:lvl5pP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Vertical Text Placeholder 2">
            <a:extLst>
              <a:ext uri="{FF2B5EF4-FFF2-40B4-BE49-F238E27FC236}">
                <a16:creationId xmlns:a16="http://schemas.microsoft.com/office/drawing/2014/main" id="{81E31464-4BAE-859C-A2C0-969112E6AD78}"/>
              </a:ext>
            </a:extLst>
          </p:cNvPr>
          <p:cNvSpPr>
            <a:spLocks noGrp="1"/>
          </p:cNvSpPr>
          <p:nvPr>
            <p:ph type="body" orient="vert" idx="13"/>
          </p:nvPr>
        </p:nvSpPr>
        <p:spPr>
          <a:xfrm rot="16200000">
            <a:off x="7495762" y="1061053"/>
            <a:ext cx="3584331" cy="5306124"/>
          </a:xfrm>
        </p:spPr>
        <p:txBody>
          <a:bodyPr vert="eaVert"/>
          <a:lstStyle>
            <a:lvl1pPr>
              <a:defRPr/>
            </a:lvl1pPr>
            <a:lvl5pP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43380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0" y="457200"/>
            <a:ext cx="9144000" cy="114300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524000" y="1714500"/>
            <a:ext cx="4489174" cy="3895687"/>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p:cNvSpPr/>
          <p:nvPr userDrawn="1"/>
        </p:nvSpPr>
        <p:spPr>
          <a:xfrm>
            <a:off x="0" y="6286500"/>
            <a:ext cx="12192000" cy="5715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blue background with many triangles&#10;&#10;AI-generated content may be incorrect.">
            <a:extLst>
              <a:ext uri="{FF2B5EF4-FFF2-40B4-BE49-F238E27FC236}">
                <a16:creationId xmlns:a16="http://schemas.microsoft.com/office/drawing/2014/main" id="{22775AFB-87E3-4702-D46E-5B47F1ACDC80}"/>
              </a:ext>
            </a:extLst>
          </p:cNvPr>
          <p:cNvPicPr>
            <a:picLocks noChangeAspect="1"/>
          </p:cNvPicPr>
          <p:nvPr userDrawn="1"/>
        </p:nvPicPr>
        <p:blipFill>
          <a:blip r:embed="rId23">
            <a:extLst>
              <a:ext uri="{28A0092B-C50C-407E-A947-70E740481C1C}">
                <a14:useLocalDpi xmlns:a14="http://schemas.microsoft.com/office/drawing/2010/main" val="0"/>
              </a:ext>
            </a:extLst>
          </a:blip>
          <a:stretch>
            <a:fillRect/>
          </a:stretch>
        </p:blipFill>
        <p:spPr>
          <a:xfrm>
            <a:off x="-2" y="5727617"/>
            <a:ext cx="12192001" cy="1117765"/>
          </a:xfrm>
          <a:prstGeom prst="rect">
            <a:avLst/>
          </a:prstGeom>
        </p:spPr>
      </p:pic>
      <p:pic>
        <p:nvPicPr>
          <p:cNvPr id="4" name="Picture 3"/>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253009" y="5887155"/>
            <a:ext cx="2698912" cy="840797"/>
          </a:xfrm>
          <a:prstGeom prst="rect">
            <a:avLst/>
          </a:prstGeom>
        </p:spPr>
      </p:pic>
    </p:spTree>
    <p:extLst>
      <p:ext uri="{BB962C8B-B14F-4D97-AF65-F5344CB8AC3E}">
        <p14:creationId xmlns:p14="http://schemas.microsoft.com/office/powerpoint/2010/main" val="36631324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b="1" kern="1200" cap="all" baseline="0">
          <a:solidFill>
            <a:schemeClr val="accent1">
              <a:lumMod val="75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accent1">
            <a:lumMod val="50000"/>
          </a:schemeClr>
        </a:buClr>
        <a:buSzPct val="100000"/>
        <a:buFont typeface="Arial" pitchFamily="34" charset="0"/>
        <a:buChar char="▪"/>
        <a:defRPr sz="2800" kern="1200">
          <a:solidFill>
            <a:schemeClr val="tx1"/>
          </a:solidFill>
          <a:latin typeface="+mj-lt"/>
          <a:ea typeface="+mn-ea"/>
          <a:cs typeface="+mn-cs"/>
        </a:defRPr>
      </a:lvl1pPr>
      <a:lvl2pPr marL="594360" indent="-228600" algn="l" defTabSz="914400" rtl="0" eaLnBrk="1" latinLnBrk="0" hangingPunct="1">
        <a:lnSpc>
          <a:spcPct val="90000"/>
        </a:lnSpc>
        <a:spcBef>
          <a:spcPts val="800"/>
        </a:spcBef>
        <a:buClr>
          <a:schemeClr val="accent1">
            <a:lumMod val="50000"/>
          </a:schemeClr>
        </a:buClr>
        <a:buSzPct val="100000"/>
        <a:buFont typeface="Arial" panose="020B0604020202020204" pitchFamily="34" charset="0"/>
        <a:buChar char="•"/>
        <a:defRPr sz="2400" kern="1200">
          <a:solidFill>
            <a:schemeClr val="tx1"/>
          </a:solidFill>
          <a:latin typeface="+mj-lt"/>
          <a:ea typeface="+mn-ea"/>
          <a:cs typeface="+mn-cs"/>
        </a:defRPr>
      </a:lvl2pPr>
      <a:lvl3pPr marL="914400" indent="-228600" algn="l" defTabSz="914400" rtl="0" eaLnBrk="1" latinLnBrk="0" hangingPunct="1">
        <a:lnSpc>
          <a:spcPct val="90000"/>
        </a:lnSpc>
        <a:spcBef>
          <a:spcPts val="800"/>
        </a:spcBef>
        <a:buClr>
          <a:schemeClr val="accent1">
            <a:lumMod val="50000"/>
          </a:schemeClr>
        </a:buClr>
        <a:buSzPct val="50000"/>
        <a:buFont typeface="Wingdings" panose="05000000000000000000" pitchFamily="2" charset="2"/>
        <a:buChar char="q"/>
        <a:defRPr sz="2000" kern="1200">
          <a:solidFill>
            <a:schemeClr val="tx1"/>
          </a:solidFill>
          <a:latin typeface="+mj-lt"/>
          <a:ea typeface="+mn-ea"/>
          <a:cs typeface="+mn-cs"/>
        </a:defRPr>
      </a:lvl3pPr>
      <a:lvl4pPr marL="1188720" indent="-182880" algn="l" defTabSz="914400" rtl="0" eaLnBrk="1" latinLnBrk="0" hangingPunct="1">
        <a:lnSpc>
          <a:spcPct val="90000"/>
        </a:lnSpc>
        <a:spcBef>
          <a:spcPts val="800"/>
        </a:spcBef>
        <a:buClr>
          <a:schemeClr val="accent1">
            <a:lumMod val="50000"/>
          </a:schemeClr>
        </a:buClr>
        <a:buSzPct val="100000"/>
        <a:buFont typeface="Arial" pitchFamily="34" charset="0"/>
        <a:buChar char="▪"/>
        <a:defRPr sz="1800" kern="1200">
          <a:solidFill>
            <a:schemeClr val="tx1"/>
          </a:solidFill>
          <a:latin typeface="+mj-lt"/>
          <a:ea typeface="+mn-ea"/>
          <a:cs typeface="+mn-cs"/>
        </a:defRPr>
      </a:lvl4pPr>
      <a:lvl5pPr marL="1463040" indent="-182880" algn="l" defTabSz="914400" rtl="0" eaLnBrk="1" latinLnBrk="0" hangingPunct="1">
        <a:lnSpc>
          <a:spcPct val="90000"/>
        </a:lnSpc>
        <a:spcBef>
          <a:spcPts val="800"/>
        </a:spcBef>
        <a:buClr>
          <a:schemeClr val="accent1">
            <a:lumMod val="50000"/>
          </a:schemeClr>
        </a:buClr>
        <a:buSzPct val="100000"/>
        <a:buFont typeface="Arial" pitchFamily="34" charset="0"/>
        <a:buChar char="▪"/>
        <a:defRPr sz="1600" kern="1200">
          <a:solidFill>
            <a:schemeClr val="tx1"/>
          </a:solidFill>
          <a:latin typeface="+mj-lt"/>
          <a:ea typeface="+mn-ea"/>
          <a:cs typeface="+mn-cs"/>
        </a:defRPr>
      </a:lvl5pPr>
      <a:lvl6pPr marL="1691640" indent="-182880" algn="l" defTabSz="914400" rtl="0" eaLnBrk="1" latinLnBrk="0" hangingPunct="1">
        <a:lnSpc>
          <a:spcPct val="90000"/>
        </a:lnSpc>
        <a:spcBef>
          <a:spcPts val="800"/>
        </a:spcBef>
        <a:buClr>
          <a:schemeClr val="accent1">
            <a:lumMod val="50000"/>
          </a:schemeClr>
        </a:buClr>
        <a:buSzPct val="100000"/>
        <a:buFont typeface="Arial" pitchFamily="34" charset="0"/>
        <a:buChar char="▪"/>
        <a:defRPr sz="1400" kern="1200">
          <a:solidFill>
            <a:schemeClr val="tx1"/>
          </a:solidFill>
          <a:latin typeface="+mn-lt"/>
          <a:ea typeface="+mn-ea"/>
          <a:cs typeface="+mn-cs"/>
        </a:defRPr>
      </a:lvl6pPr>
      <a:lvl7pPr marL="1920240" indent="-182880" algn="l" defTabSz="914400" rtl="0" eaLnBrk="1" latinLnBrk="0" hangingPunct="1">
        <a:lnSpc>
          <a:spcPct val="90000"/>
        </a:lnSpc>
        <a:spcBef>
          <a:spcPts val="800"/>
        </a:spcBef>
        <a:buClr>
          <a:schemeClr val="accent1">
            <a:lumMod val="50000"/>
          </a:schemeClr>
        </a:buClr>
        <a:buSzPct val="100000"/>
        <a:buFont typeface="Arial" pitchFamily="34" charset="0"/>
        <a:buChar char="▪"/>
        <a:defRPr sz="1400" kern="1200">
          <a:solidFill>
            <a:schemeClr val="tx1"/>
          </a:solidFill>
          <a:latin typeface="+mn-lt"/>
          <a:ea typeface="+mn-ea"/>
          <a:cs typeface="+mn-cs"/>
        </a:defRPr>
      </a:lvl7pPr>
      <a:lvl8pPr marL="2148840" indent="-182880" algn="l" defTabSz="914400" rtl="0" eaLnBrk="1" latinLnBrk="0" hangingPunct="1">
        <a:lnSpc>
          <a:spcPct val="90000"/>
        </a:lnSpc>
        <a:spcBef>
          <a:spcPts val="800"/>
        </a:spcBef>
        <a:buClr>
          <a:schemeClr val="accent1">
            <a:lumMod val="50000"/>
          </a:schemeClr>
        </a:buClr>
        <a:buSzPct val="100000"/>
        <a:buFont typeface="Arial" pitchFamily="34" charset="0"/>
        <a:buChar char="▪"/>
        <a:defRPr sz="1400" kern="1200">
          <a:solidFill>
            <a:schemeClr val="tx1"/>
          </a:solidFill>
          <a:latin typeface="+mn-lt"/>
          <a:ea typeface="+mn-ea"/>
          <a:cs typeface="+mn-cs"/>
        </a:defRPr>
      </a:lvl8pPr>
      <a:lvl9pPr marL="2377440" indent="-182880" algn="l" defTabSz="914400" rtl="0" eaLnBrk="1" latinLnBrk="0" hangingPunct="1">
        <a:lnSpc>
          <a:spcPct val="90000"/>
        </a:lnSpc>
        <a:spcBef>
          <a:spcPts val="800"/>
        </a:spcBef>
        <a:buClr>
          <a:schemeClr val="accent1">
            <a:lumMod val="50000"/>
          </a:schemeClr>
        </a:buClr>
        <a:buSzPct val="100000"/>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4" orient="horz"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view of a campus with trees and buildings.">
            <a:extLst>
              <a:ext uri="{FF2B5EF4-FFF2-40B4-BE49-F238E27FC236}">
                <a16:creationId xmlns:a16="http://schemas.microsoft.com/office/drawing/2014/main" id="{CEF9931D-2277-5476-F66F-7A1885B518FE}"/>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0716" r="10716"/>
          <a:stretch/>
        </p:blipFill>
        <p:spPr>
          <a:xfrm>
            <a:off x="4080477" y="405"/>
            <a:ext cx="8101584" cy="6857188"/>
          </a:xfrm>
          <a:noFill/>
        </p:spPr>
      </p:pic>
      <p:sp>
        <p:nvSpPr>
          <p:cNvPr id="2" name="Title 1">
            <a:extLst>
              <a:ext uri="{FF2B5EF4-FFF2-40B4-BE49-F238E27FC236}">
                <a16:creationId xmlns:a16="http://schemas.microsoft.com/office/drawing/2014/main" id="{644DB95C-11C6-6064-63EF-337E2B771CCF}"/>
              </a:ext>
            </a:extLst>
          </p:cNvPr>
          <p:cNvSpPr>
            <a:spLocks noGrp="1"/>
          </p:cNvSpPr>
          <p:nvPr>
            <p:ph type="title"/>
          </p:nvPr>
        </p:nvSpPr>
        <p:spPr>
          <a:xfrm>
            <a:off x="320570" y="794688"/>
            <a:ext cx="3125787" cy="1580441"/>
          </a:xfrm>
        </p:spPr>
        <p:txBody>
          <a:bodyPr anchor="b">
            <a:normAutofit/>
          </a:bodyPr>
          <a:lstStyle/>
          <a:p>
            <a:r>
              <a:rPr lang="en-US" dirty="0"/>
              <a:t>My research Goals</a:t>
            </a:r>
          </a:p>
        </p:txBody>
      </p:sp>
      <p:sp>
        <p:nvSpPr>
          <p:cNvPr id="3" name="Content Placeholder 2">
            <a:extLst>
              <a:ext uri="{FF2B5EF4-FFF2-40B4-BE49-F238E27FC236}">
                <a16:creationId xmlns:a16="http://schemas.microsoft.com/office/drawing/2014/main" id="{DD7F01D0-6DFC-992F-D990-86FBB071BD90}"/>
              </a:ext>
            </a:extLst>
          </p:cNvPr>
          <p:cNvSpPr>
            <a:spLocks noGrp="1"/>
          </p:cNvSpPr>
          <p:nvPr>
            <p:ph type="body" sz="half" idx="2"/>
          </p:nvPr>
        </p:nvSpPr>
        <p:spPr>
          <a:xfrm>
            <a:off x="320570" y="2460074"/>
            <a:ext cx="3125787" cy="2097366"/>
          </a:xfrm>
        </p:spPr>
        <p:txBody>
          <a:bodyPr>
            <a:normAutofit/>
          </a:bodyPr>
          <a:lstStyle/>
          <a:p>
            <a:pPr marL="45720" indent="0">
              <a:buNone/>
            </a:pPr>
            <a:r>
              <a:rPr lang="en-US" dirty="0"/>
              <a:t>Fred Boehm, M.D., Ph.D.</a:t>
            </a:r>
          </a:p>
          <a:p>
            <a:pPr marL="45720" indent="0">
              <a:buNone/>
            </a:pPr>
            <a:r>
              <a:rPr lang="en-US" dirty="0"/>
              <a:t>Department of Mathematics and Statistics</a:t>
            </a:r>
          </a:p>
        </p:txBody>
      </p:sp>
    </p:spTree>
    <p:extLst>
      <p:ext uri="{BB962C8B-B14F-4D97-AF65-F5344CB8AC3E}">
        <p14:creationId xmlns:p14="http://schemas.microsoft.com/office/powerpoint/2010/main" val="181190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DB95C-11C6-6064-63EF-337E2B771CCF}"/>
              </a:ext>
            </a:extLst>
          </p:cNvPr>
          <p:cNvSpPr>
            <a:spLocks noGrp="1"/>
          </p:cNvSpPr>
          <p:nvPr>
            <p:ph type="title"/>
          </p:nvPr>
        </p:nvSpPr>
        <p:spPr>
          <a:xfrm>
            <a:off x="8155700" y="2022318"/>
            <a:ext cx="3506788" cy="1406682"/>
          </a:xfrm>
        </p:spPr>
        <p:txBody>
          <a:bodyPr anchor="b">
            <a:normAutofit/>
          </a:bodyPr>
          <a:lstStyle/>
          <a:p>
            <a:r>
              <a:rPr lang="en-US" dirty="0"/>
              <a:t>TRAINING</a:t>
            </a:r>
          </a:p>
        </p:txBody>
      </p:sp>
      <p:graphicFrame>
        <p:nvGraphicFramePr>
          <p:cNvPr id="12" name="Content Placeholder 2">
            <a:extLst>
              <a:ext uri="{FF2B5EF4-FFF2-40B4-BE49-F238E27FC236}">
                <a16:creationId xmlns:a16="http://schemas.microsoft.com/office/drawing/2014/main" id="{73F354D3-29C7-EC33-90E8-76CB7FF686E1}"/>
              </a:ext>
            </a:extLst>
          </p:cNvPr>
          <p:cNvGraphicFramePr>
            <a:graphicFrameLocks noGrp="1"/>
          </p:cNvGraphicFramePr>
          <p:nvPr>
            <p:ph idx="1"/>
            <p:extLst>
              <p:ext uri="{D42A27DB-BD31-4B8C-83A1-F6EECF244321}">
                <p14:modId xmlns:p14="http://schemas.microsoft.com/office/powerpoint/2010/main" val="3244933631"/>
              </p:ext>
            </p:extLst>
          </p:nvPr>
        </p:nvGraphicFramePr>
        <p:xfrm>
          <a:off x="530352" y="457200"/>
          <a:ext cx="7242111" cy="47602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4562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0DF33-F424-6B97-338E-4E0551DB244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B850A05-3BFD-CE17-1A97-86448A94CEDA}"/>
              </a:ext>
            </a:extLst>
          </p:cNvPr>
          <p:cNvSpPr>
            <a:spLocks noGrp="1"/>
          </p:cNvSpPr>
          <p:nvPr>
            <p:ph type="title"/>
          </p:nvPr>
        </p:nvSpPr>
        <p:spPr>
          <a:xfrm>
            <a:off x="8155700" y="2022318"/>
            <a:ext cx="3506788" cy="1406682"/>
          </a:xfrm>
        </p:spPr>
        <p:txBody>
          <a:bodyPr anchor="b">
            <a:normAutofit/>
          </a:bodyPr>
          <a:lstStyle/>
          <a:p>
            <a:r>
              <a:rPr lang="en-US" dirty="0"/>
              <a:t>Research interests</a:t>
            </a:r>
          </a:p>
        </p:txBody>
      </p:sp>
      <p:graphicFrame>
        <p:nvGraphicFramePr>
          <p:cNvPr id="8" name="Content Placeholder 3">
            <a:extLst>
              <a:ext uri="{FF2B5EF4-FFF2-40B4-BE49-F238E27FC236}">
                <a16:creationId xmlns:a16="http://schemas.microsoft.com/office/drawing/2014/main" id="{14022757-3A4C-8E40-5AE8-66635522300E}"/>
              </a:ext>
            </a:extLst>
          </p:cNvPr>
          <p:cNvGraphicFramePr>
            <a:graphicFrameLocks noGrp="1"/>
          </p:cNvGraphicFramePr>
          <p:nvPr>
            <p:ph idx="1"/>
            <p:extLst>
              <p:ext uri="{D42A27DB-BD31-4B8C-83A1-F6EECF244321}">
                <p14:modId xmlns:p14="http://schemas.microsoft.com/office/powerpoint/2010/main" val="1613809984"/>
              </p:ext>
            </p:extLst>
          </p:nvPr>
        </p:nvGraphicFramePr>
        <p:xfrm>
          <a:off x="530352" y="457200"/>
          <a:ext cx="7242111" cy="47602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159662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DB95C-11C6-6064-63EF-337E2B771CCF}"/>
              </a:ext>
            </a:extLst>
          </p:cNvPr>
          <p:cNvSpPr>
            <a:spLocks noGrp="1"/>
          </p:cNvSpPr>
          <p:nvPr>
            <p:ph type="title"/>
          </p:nvPr>
        </p:nvSpPr>
        <p:spPr/>
        <p:txBody>
          <a:bodyPr/>
          <a:lstStyle/>
          <a:p>
            <a:r>
              <a:rPr lang="en-US" dirty="0" err="1"/>
              <a:t>RESearch</a:t>
            </a:r>
            <a:r>
              <a:rPr lang="en-US" dirty="0"/>
              <a:t> Projects</a:t>
            </a:r>
          </a:p>
        </p:txBody>
      </p:sp>
      <p:sp>
        <p:nvSpPr>
          <p:cNvPr id="3" name="Content Placeholder 2">
            <a:extLst>
              <a:ext uri="{FF2B5EF4-FFF2-40B4-BE49-F238E27FC236}">
                <a16:creationId xmlns:a16="http://schemas.microsoft.com/office/drawing/2014/main" id="{DD7F01D0-6DFC-992F-D990-86FBB071BD90}"/>
              </a:ext>
            </a:extLst>
          </p:cNvPr>
          <p:cNvSpPr>
            <a:spLocks noGrp="1"/>
          </p:cNvSpPr>
          <p:nvPr>
            <p:ph idx="1"/>
          </p:nvPr>
        </p:nvSpPr>
        <p:spPr>
          <a:xfrm>
            <a:off x="808382" y="1595230"/>
            <a:ext cx="10573993" cy="3821596"/>
          </a:xfrm>
        </p:spPr>
        <p:txBody>
          <a:bodyPr/>
          <a:lstStyle/>
          <a:p>
            <a:r>
              <a:rPr lang="en-US" dirty="0"/>
              <a:t>Project 1: “Multi-trait Analysis of GWAS Summary Results in Polygenic Score Construction”</a:t>
            </a:r>
          </a:p>
          <a:p>
            <a:r>
              <a:rPr lang="en-US" dirty="0"/>
              <a:t>Project 2: “Bayes Factors in Genome-Wide Association Studies and Polygenic Scores”</a:t>
            </a:r>
          </a:p>
          <a:p>
            <a:r>
              <a:rPr lang="en-US" dirty="0"/>
              <a:t>Project 3: “Assembling and Interpreting the Bison Genome”</a:t>
            </a:r>
          </a:p>
        </p:txBody>
      </p:sp>
    </p:spTree>
    <p:extLst>
      <p:ext uri="{BB962C8B-B14F-4D97-AF65-F5344CB8AC3E}">
        <p14:creationId xmlns:p14="http://schemas.microsoft.com/office/powerpoint/2010/main" val="761402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AFA42-0B35-7981-39A2-4979399F6E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035612-2145-F115-028D-287A4EF32049}"/>
              </a:ext>
            </a:extLst>
          </p:cNvPr>
          <p:cNvSpPr>
            <a:spLocks noGrp="1"/>
          </p:cNvSpPr>
          <p:nvPr>
            <p:ph type="title"/>
          </p:nvPr>
        </p:nvSpPr>
        <p:spPr/>
        <p:txBody>
          <a:bodyPr/>
          <a:lstStyle/>
          <a:p>
            <a:r>
              <a:rPr lang="en-US" dirty="0"/>
              <a:t>Project 1</a:t>
            </a:r>
          </a:p>
        </p:txBody>
      </p:sp>
      <p:sp>
        <p:nvSpPr>
          <p:cNvPr id="3" name="Content Placeholder 2">
            <a:extLst>
              <a:ext uri="{FF2B5EF4-FFF2-40B4-BE49-F238E27FC236}">
                <a16:creationId xmlns:a16="http://schemas.microsoft.com/office/drawing/2014/main" id="{145C17C0-9AA4-2111-16F7-FC8A8BE3AAD3}"/>
              </a:ext>
            </a:extLst>
          </p:cNvPr>
          <p:cNvSpPr>
            <a:spLocks noGrp="1"/>
          </p:cNvSpPr>
          <p:nvPr>
            <p:ph idx="1"/>
          </p:nvPr>
        </p:nvSpPr>
        <p:spPr>
          <a:xfrm>
            <a:off x="808382" y="1595230"/>
            <a:ext cx="10573993" cy="3821596"/>
          </a:xfrm>
        </p:spPr>
        <p:txBody>
          <a:bodyPr/>
          <a:lstStyle/>
          <a:p>
            <a:r>
              <a:rPr lang="en-US" dirty="0"/>
              <a:t>“Multi-trait Analysis of GWAS Summary Results in Polygenic Score Construction”</a:t>
            </a:r>
          </a:p>
          <a:p>
            <a:r>
              <a:rPr lang="en-US" u="sng" dirty="0"/>
              <a:t>Challenge</a:t>
            </a:r>
            <a:r>
              <a:rPr lang="en-US" dirty="0"/>
              <a:t>: Researchers typically analyze one trait at a time, despite measuring many traits on every subject</a:t>
            </a:r>
          </a:p>
          <a:p>
            <a:r>
              <a:rPr lang="en-US" u="sng" dirty="0"/>
              <a:t>Key innovation</a:t>
            </a:r>
            <a:r>
              <a:rPr lang="en-US" dirty="0"/>
              <a:t>: Jointly analyze multiple related traits</a:t>
            </a:r>
          </a:p>
          <a:p>
            <a:r>
              <a:rPr lang="en-US" u="sng" dirty="0"/>
              <a:t>Expected outcome</a:t>
            </a:r>
            <a:r>
              <a:rPr lang="en-US" dirty="0"/>
              <a:t>: Greater statistical power to detect associations &amp; better predictive performance for PGS</a:t>
            </a:r>
          </a:p>
        </p:txBody>
      </p:sp>
    </p:spTree>
    <p:extLst>
      <p:ext uri="{BB962C8B-B14F-4D97-AF65-F5344CB8AC3E}">
        <p14:creationId xmlns:p14="http://schemas.microsoft.com/office/powerpoint/2010/main" val="13970070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2EAD4-3FFE-6301-3597-E3AB6B79AF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940A08-A6EB-480E-78DA-F194AECC644E}"/>
              </a:ext>
            </a:extLst>
          </p:cNvPr>
          <p:cNvSpPr>
            <a:spLocks noGrp="1"/>
          </p:cNvSpPr>
          <p:nvPr>
            <p:ph type="title"/>
          </p:nvPr>
        </p:nvSpPr>
        <p:spPr/>
        <p:txBody>
          <a:bodyPr/>
          <a:lstStyle/>
          <a:p>
            <a:r>
              <a:rPr lang="en-US" dirty="0"/>
              <a:t>Project 2</a:t>
            </a:r>
          </a:p>
        </p:txBody>
      </p:sp>
      <p:sp>
        <p:nvSpPr>
          <p:cNvPr id="3" name="Content Placeholder 2">
            <a:extLst>
              <a:ext uri="{FF2B5EF4-FFF2-40B4-BE49-F238E27FC236}">
                <a16:creationId xmlns:a16="http://schemas.microsoft.com/office/drawing/2014/main" id="{3DEE2B31-071D-0383-52EA-28F94394AF3E}"/>
              </a:ext>
            </a:extLst>
          </p:cNvPr>
          <p:cNvSpPr>
            <a:spLocks noGrp="1"/>
          </p:cNvSpPr>
          <p:nvPr>
            <p:ph idx="1"/>
          </p:nvPr>
        </p:nvSpPr>
        <p:spPr>
          <a:xfrm>
            <a:off x="808382" y="1595230"/>
            <a:ext cx="10573993" cy="3821596"/>
          </a:xfrm>
        </p:spPr>
        <p:txBody>
          <a:bodyPr/>
          <a:lstStyle/>
          <a:p>
            <a:r>
              <a:rPr lang="en-US" dirty="0"/>
              <a:t>“Bayes Factors in Genome-Wide Association Studies and Polygenic Scores”</a:t>
            </a:r>
          </a:p>
          <a:p>
            <a:r>
              <a:rPr lang="en-US" u="sng" dirty="0"/>
              <a:t>Challenge</a:t>
            </a:r>
            <a:r>
              <a:rPr lang="en-US" dirty="0"/>
              <a:t>: While multiple traits are measured on every subject, many possible statistical models are available</a:t>
            </a:r>
          </a:p>
          <a:p>
            <a:r>
              <a:rPr lang="en-US" u="sng" dirty="0"/>
              <a:t>Key innovation</a:t>
            </a:r>
            <a:r>
              <a:rPr lang="en-US" dirty="0"/>
              <a:t>: Partition traits into 3 sets &amp; use Bayes factors to assess fit of different models</a:t>
            </a:r>
          </a:p>
          <a:p>
            <a:r>
              <a:rPr lang="en-US" u="sng" dirty="0"/>
              <a:t>Expected outcome</a:t>
            </a:r>
            <a:r>
              <a:rPr lang="en-US" dirty="0"/>
              <a:t>: Detect new associations &amp; build better PGS</a:t>
            </a:r>
          </a:p>
        </p:txBody>
      </p:sp>
    </p:spTree>
    <p:extLst>
      <p:ext uri="{BB962C8B-B14F-4D97-AF65-F5344CB8AC3E}">
        <p14:creationId xmlns:p14="http://schemas.microsoft.com/office/powerpoint/2010/main" val="6704108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B3B77-4C75-81B5-C3A0-88EBF4209A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42A10F-12D7-292B-61D9-A53626BEE126}"/>
              </a:ext>
            </a:extLst>
          </p:cNvPr>
          <p:cNvSpPr>
            <a:spLocks noGrp="1"/>
          </p:cNvSpPr>
          <p:nvPr>
            <p:ph type="title"/>
          </p:nvPr>
        </p:nvSpPr>
        <p:spPr/>
        <p:txBody>
          <a:bodyPr/>
          <a:lstStyle/>
          <a:p>
            <a:r>
              <a:rPr lang="en-US" dirty="0"/>
              <a:t>Project 3</a:t>
            </a:r>
          </a:p>
        </p:txBody>
      </p:sp>
      <p:sp>
        <p:nvSpPr>
          <p:cNvPr id="3" name="Content Placeholder 2">
            <a:extLst>
              <a:ext uri="{FF2B5EF4-FFF2-40B4-BE49-F238E27FC236}">
                <a16:creationId xmlns:a16="http://schemas.microsoft.com/office/drawing/2014/main" id="{23DB97A9-8392-85AD-58B3-3B1E16649328}"/>
              </a:ext>
            </a:extLst>
          </p:cNvPr>
          <p:cNvSpPr>
            <a:spLocks noGrp="1"/>
          </p:cNvSpPr>
          <p:nvPr>
            <p:ph idx="1"/>
          </p:nvPr>
        </p:nvSpPr>
        <p:spPr>
          <a:xfrm>
            <a:off x="808382" y="1595230"/>
            <a:ext cx="10573993" cy="3821596"/>
          </a:xfrm>
        </p:spPr>
        <p:txBody>
          <a:bodyPr/>
          <a:lstStyle/>
          <a:p>
            <a:r>
              <a:rPr lang="en-US" dirty="0"/>
              <a:t>“Assembling and Interpreting the Bison Genome”</a:t>
            </a:r>
          </a:p>
          <a:p>
            <a:r>
              <a:rPr lang="en-US" u="sng" dirty="0"/>
              <a:t>Challenge</a:t>
            </a:r>
            <a:r>
              <a:rPr lang="en-US" dirty="0"/>
              <a:t>: North American bison are thought to have limited genetic diversity due to near extinction in the late 1800s</a:t>
            </a:r>
          </a:p>
          <a:p>
            <a:r>
              <a:rPr lang="en-US" u="sng" dirty="0"/>
              <a:t>Key innovation</a:t>
            </a:r>
            <a:r>
              <a:rPr lang="en-US" dirty="0"/>
              <a:t>: Obtained DNA samples from 95 bison in Custer State Park &amp; sequenced them</a:t>
            </a:r>
          </a:p>
          <a:p>
            <a:r>
              <a:rPr lang="en-US" u="sng" dirty="0"/>
              <a:t>Expected outcome</a:t>
            </a:r>
            <a:r>
              <a:rPr lang="en-US" dirty="0"/>
              <a:t>: Assembled a new bison genome &amp; calculated measures of genetic diversity in the Custer herd</a:t>
            </a:r>
          </a:p>
        </p:txBody>
      </p:sp>
    </p:spTree>
    <p:extLst>
      <p:ext uri="{BB962C8B-B14F-4D97-AF65-F5344CB8AC3E}">
        <p14:creationId xmlns:p14="http://schemas.microsoft.com/office/powerpoint/2010/main" val="35599848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08649-E99B-5DE6-A91A-3173E2686A23}"/>
              </a:ext>
            </a:extLst>
          </p:cNvPr>
          <p:cNvSpPr>
            <a:spLocks noGrp="1"/>
          </p:cNvSpPr>
          <p:nvPr>
            <p:ph type="title"/>
          </p:nvPr>
        </p:nvSpPr>
        <p:spPr/>
        <p:txBody>
          <a:bodyPr/>
          <a:lstStyle/>
          <a:p>
            <a:r>
              <a:rPr lang="en-US" dirty="0"/>
              <a:t>Research roadmap</a:t>
            </a:r>
          </a:p>
        </p:txBody>
      </p:sp>
      <p:sp>
        <p:nvSpPr>
          <p:cNvPr id="3" name="Content Placeholder 2">
            <a:extLst>
              <a:ext uri="{FF2B5EF4-FFF2-40B4-BE49-F238E27FC236}">
                <a16:creationId xmlns:a16="http://schemas.microsoft.com/office/drawing/2014/main" id="{2BE9F6F5-F589-8923-117B-EA4134BBF308}"/>
              </a:ext>
            </a:extLst>
          </p:cNvPr>
          <p:cNvSpPr>
            <a:spLocks noGrp="1"/>
          </p:cNvSpPr>
          <p:nvPr>
            <p:ph idx="1"/>
          </p:nvPr>
        </p:nvSpPr>
        <p:spPr>
          <a:xfrm>
            <a:off x="808382" y="1595230"/>
            <a:ext cx="8180170" cy="3821596"/>
          </a:xfrm>
        </p:spPr>
        <p:txBody>
          <a:bodyPr/>
          <a:lstStyle/>
          <a:p>
            <a:r>
              <a:rPr lang="en-US"/>
              <a:t>Longitudinal </a:t>
            </a:r>
            <a:r>
              <a:rPr lang="en-US" dirty="0"/>
              <a:t>topic models of texts</a:t>
            </a:r>
          </a:p>
          <a:p>
            <a:r>
              <a:rPr lang="en-US" dirty="0"/>
              <a:t>Joint longitudinal &amp; time-to-event modeling</a:t>
            </a:r>
          </a:p>
          <a:p>
            <a:r>
              <a:rPr lang="en-US" dirty="0"/>
              <a:t>Multi-biobank analyses &amp; federated learning</a:t>
            </a:r>
          </a:p>
          <a:p>
            <a:r>
              <a:rPr lang="en-US" dirty="0"/>
              <a:t>Genetic ancestries</a:t>
            </a:r>
          </a:p>
          <a:p>
            <a:r>
              <a:rPr lang="en-US" dirty="0"/>
              <a:t>Electronic health records </a:t>
            </a:r>
          </a:p>
        </p:txBody>
      </p:sp>
    </p:spTree>
    <p:extLst>
      <p:ext uri="{BB962C8B-B14F-4D97-AF65-F5344CB8AC3E}">
        <p14:creationId xmlns:p14="http://schemas.microsoft.com/office/powerpoint/2010/main" val="107037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42D96-4610-4F8A-9148-BB7058AD57C1}"/>
              </a:ext>
            </a:extLst>
          </p:cNvPr>
          <p:cNvSpPr>
            <a:spLocks noGrp="1"/>
          </p:cNvSpPr>
          <p:nvPr>
            <p:ph type="title"/>
          </p:nvPr>
        </p:nvSpPr>
        <p:spPr>
          <a:xfrm>
            <a:off x="8609805" y="824503"/>
            <a:ext cx="3125787" cy="1580441"/>
          </a:xfrm>
        </p:spPr>
        <p:txBody>
          <a:bodyPr anchor="b">
            <a:normAutofit/>
          </a:bodyPr>
          <a:lstStyle/>
          <a:p>
            <a:r>
              <a:rPr lang="en-US" dirty="0"/>
              <a:t>Thank you!</a:t>
            </a:r>
          </a:p>
        </p:txBody>
      </p:sp>
      <p:pic>
        <p:nvPicPr>
          <p:cNvPr id="6" name="Picture 5" descr="A qr code on a white background&#10;&#10;AI-generated content may be incorrect.">
            <a:extLst>
              <a:ext uri="{FF2B5EF4-FFF2-40B4-BE49-F238E27FC236}">
                <a16:creationId xmlns:a16="http://schemas.microsoft.com/office/drawing/2014/main" id="{5135C0C5-B50F-DBB2-47B7-BF6F5E03E3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792" y="0"/>
            <a:ext cx="6857999" cy="6857999"/>
          </a:xfrm>
          <a:prstGeom prst="rect">
            <a:avLst/>
          </a:prstGeom>
          <a:noFill/>
        </p:spPr>
      </p:pic>
      <p:sp>
        <p:nvSpPr>
          <p:cNvPr id="3" name="Content Placeholder 2">
            <a:extLst>
              <a:ext uri="{FF2B5EF4-FFF2-40B4-BE49-F238E27FC236}">
                <a16:creationId xmlns:a16="http://schemas.microsoft.com/office/drawing/2014/main" id="{31087185-E49E-B05E-7411-42A95EE7B556}"/>
              </a:ext>
            </a:extLst>
          </p:cNvPr>
          <p:cNvSpPr>
            <a:spLocks noGrp="1"/>
          </p:cNvSpPr>
          <p:nvPr>
            <p:ph type="body" sz="half" idx="2"/>
          </p:nvPr>
        </p:nvSpPr>
        <p:spPr>
          <a:xfrm>
            <a:off x="8609805" y="2534106"/>
            <a:ext cx="3125787" cy="2097366"/>
          </a:xfrm>
        </p:spPr>
        <p:txBody>
          <a:bodyPr>
            <a:normAutofit/>
          </a:bodyPr>
          <a:lstStyle/>
          <a:p>
            <a:r>
              <a:rPr lang="en-US" dirty="0"/>
              <a:t>Fred Boehm &lt;Frederick.Boehm@sdstate.edu&gt;</a:t>
            </a:r>
          </a:p>
        </p:txBody>
      </p:sp>
    </p:spTree>
    <p:extLst>
      <p:ext uri="{BB962C8B-B14F-4D97-AF65-F5344CB8AC3E}">
        <p14:creationId xmlns:p14="http://schemas.microsoft.com/office/powerpoint/2010/main" val="255366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unn Template">
  <a:themeElements>
    <a:clrScheme name="Custom 6">
      <a:dk1>
        <a:sysClr val="windowText" lastClr="000000"/>
      </a:dk1>
      <a:lt1>
        <a:sysClr val="window" lastClr="FFFFFF"/>
      </a:lt1>
      <a:dk2>
        <a:srgbClr val="0033A0"/>
      </a:dk2>
      <a:lt2>
        <a:srgbClr val="FFFFFF"/>
      </a:lt2>
      <a:accent1>
        <a:srgbClr val="0033A0"/>
      </a:accent1>
      <a:accent2>
        <a:srgbClr val="FFD700"/>
      </a:accent2>
      <a:accent3>
        <a:srgbClr val="84BD00"/>
      </a:accent3>
      <a:accent4>
        <a:srgbClr val="0000FF"/>
      </a:accent4>
      <a:accent5>
        <a:srgbClr val="7C878E"/>
      </a:accent5>
      <a:accent6>
        <a:srgbClr val="0C2340"/>
      </a:accent6>
      <a:hlink>
        <a:srgbClr val="0033A0"/>
      </a:hlink>
      <a:folHlink>
        <a:srgbClr val="FFA300"/>
      </a:folHlink>
    </a:clrScheme>
    <a:fontScheme name="Custom 1">
      <a:majorFont>
        <a:latin typeface="Helvetica"/>
        <a:ea typeface=""/>
        <a:cs typeface=""/>
      </a:majorFont>
      <a:minorFont>
        <a:latin typeface="Garamo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DSU PPP Template_2017" id="{31B53F0E-9D1C-40FC-9BB3-7EBF213B4256}" vid="{11314852-FB83-4289-8647-3B4FBE5FD8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362</Words>
  <Application>Microsoft Office PowerPoint</Application>
  <PresentationFormat>Widescreen</PresentationFormat>
  <Paragraphs>54</Paragraphs>
  <Slides>9</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Garamond</vt:lpstr>
      <vt:lpstr>Helvetica</vt:lpstr>
      <vt:lpstr>Wingdings</vt:lpstr>
      <vt:lpstr>Dunn Template</vt:lpstr>
      <vt:lpstr>My research Goals</vt:lpstr>
      <vt:lpstr>TRAINING</vt:lpstr>
      <vt:lpstr>Research interests</vt:lpstr>
      <vt:lpstr>RESearch Projects</vt:lpstr>
      <vt:lpstr>Project 1</vt:lpstr>
      <vt:lpstr>Project 2</vt:lpstr>
      <vt:lpstr>Project 3</vt:lpstr>
      <vt:lpstr>Research roadmap</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Boehm, Fred</dc:creator>
  <cp:lastModifiedBy>Boehm, Fred</cp:lastModifiedBy>
  <cp:revision>1</cp:revision>
  <dcterms:created xsi:type="dcterms:W3CDTF">2025-09-22T21:06:01Z</dcterms:created>
  <dcterms:modified xsi:type="dcterms:W3CDTF">2025-09-22T21:47:58Z</dcterms:modified>
</cp:coreProperties>
</file>