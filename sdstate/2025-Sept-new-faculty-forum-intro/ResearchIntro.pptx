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0" r:id="rId4"/>
    <p:sldId id="261" r:id="rId5"/>
    <p:sldId id="264" r:id="rId6"/>
    <p:sldId id="265" r:id="rId7"/>
    <p:sldId id="266"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94"/>
  </p:normalViewPr>
  <p:slideViewPr>
    <p:cSldViewPr snapToGrid="0" snapToObjects="1">
      <p:cViewPr varScale="1">
        <p:scale>
          <a:sx n="121" d="100"/>
          <a:sy n="121" d="100"/>
        </p:scale>
        <p:origin x="74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35C3526-779C-4EB6-A7A5-24AEA04A0B52}" type="doc">
      <dgm:prSet loTypeId="urn:microsoft.com/office/officeart/2016/7/layout/BasicTimeline" loCatId="process" qsTypeId="urn:microsoft.com/office/officeart/2005/8/quickstyle/simple1" qsCatId="simple" csTypeId="urn:microsoft.com/office/officeart/2005/8/colors/accent1_2" csCatId="accent1" phldr="1"/>
      <dgm:spPr/>
      <dgm:t>
        <a:bodyPr/>
        <a:lstStyle/>
        <a:p>
          <a:endParaRPr lang="en-US"/>
        </a:p>
      </dgm:t>
    </dgm:pt>
    <dgm:pt modelId="{408491B6-10CE-4308-9FB8-872D95E7D9A5}">
      <dgm:prSet/>
      <dgm:spPr/>
      <dgm:t>
        <a:bodyPr/>
        <a:lstStyle/>
        <a:p>
          <a:pPr>
            <a:defRPr b="1"/>
          </a:pPr>
          <a:r>
            <a:rPr lang="en-US"/>
            <a:t>2002–2008</a:t>
          </a:r>
        </a:p>
      </dgm:t>
    </dgm:pt>
    <dgm:pt modelId="{1B08275F-B4EB-404F-A2D3-EB8FED39487A}" type="parTrans" cxnId="{E4871ED0-B6C9-4421-B111-225FCEE67E5C}">
      <dgm:prSet/>
      <dgm:spPr/>
      <dgm:t>
        <a:bodyPr/>
        <a:lstStyle/>
        <a:p>
          <a:endParaRPr lang="en-US"/>
        </a:p>
      </dgm:t>
    </dgm:pt>
    <dgm:pt modelId="{B211EE0C-9AD9-42A2-AFC6-E0D30519D95C}" type="sibTrans" cxnId="{E4871ED0-B6C9-4421-B111-225FCEE67E5C}">
      <dgm:prSet/>
      <dgm:spPr/>
      <dgm:t>
        <a:bodyPr/>
        <a:lstStyle/>
        <a:p>
          <a:endParaRPr lang="en-US"/>
        </a:p>
      </dgm:t>
    </dgm:pt>
    <dgm:pt modelId="{DB5B2F59-5C49-4F28-B345-799F75453898}">
      <dgm:prSet/>
      <dgm:spPr/>
      <dgm:t>
        <a:bodyPr/>
        <a:lstStyle/>
        <a:p>
          <a:r>
            <a:rPr lang="en-US"/>
            <a:t>Assistant Professor, Dept. of Electrical Engineering, SDSU</a:t>
          </a:r>
        </a:p>
      </dgm:t>
    </dgm:pt>
    <dgm:pt modelId="{B79E0C25-E82F-4B67-9F23-0D593BC14D52}" type="parTrans" cxnId="{C35B9AF0-59AC-47FF-AD70-EF35C32A2FD5}">
      <dgm:prSet/>
      <dgm:spPr/>
      <dgm:t>
        <a:bodyPr/>
        <a:lstStyle/>
        <a:p>
          <a:endParaRPr lang="en-US"/>
        </a:p>
      </dgm:t>
    </dgm:pt>
    <dgm:pt modelId="{F4A5198D-3768-4C6F-A136-9CAED8FE031C}" type="sibTrans" cxnId="{C35B9AF0-59AC-47FF-AD70-EF35C32A2FD5}">
      <dgm:prSet/>
      <dgm:spPr/>
      <dgm:t>
        <a:bodyPr/>
        <a:lstStyle/>
        <a:p>
          <a:endParaRPr lang="en-US"/>
        </a:p>
      </dgm:t>
    </dgm:pt>
    <dgm:pt modelId="{7D21AED3-8991-4084-AF41-862A26058F16}">
      <dgm:prSet/>
      <dgm:spPr/>
      <dgm:t>
        <a:bodyPr/>
        <a:lstStyle/>
        <a:p>
          <a:pPr>
            <a:defRPr b="1"/>
          </a:pPr>
          <a:r>
            <a:rPr lang="en-US"/>
            <a:t>2008–2014</a:t>
          </a:r>
        </a:p>
      </dgm:t>
    </dgm:pt>
    <dgm:pt modelId="{074A1EE8-8B7D-4D2B-9FE9-127C1A12EFF5}" type="parTrans" cxnId="{4DBDF895-BEF0-4E0C-A6D6-E44904CDEBB4}">
      <dgm:prSet/>
      <dgm:spPr/>
      <dgm:t>
        <a:bodyPr/>
        <a:lstStyle/>
        <a:p>
          <a:endParaRPr lang="en-US"/>
        </a:p>
      </dgm:t>
    </dgm:pt>
    <dgm:pt modelId="{0B117441-C868-4AA6-823F-F0CB92282FA3}" type="sibTrans" cxnId="{4DBDF895-BEF0-4E0C-A6D6-E44904CDEBB4}">
      <dgm:prSet/>
      <dgm:spPr/>
      <dgm:t>
        <a:bodyPr/>
        <a:lstStyle/>
        <a:p>
          <a:endParaRPr lang="en-US"/>
        </a:p>
      </dgm:t>
    </dgm:pt>
    <dgm:pt modelId="{847E424F-9E0D-460E-8B5E-99CC1D4D4B34}">
      <dgm:prSet/>
      <dgm:spPr/>
      <dgm:t>
        <a:bodyPr/>
        <a:lstStyle/>
        <a:p>
          <a:r>
            <a:rPr lang="en-US"/>
            <a:t>Associate Professor, Dept. of Electrical Engineering, SDSU</a:t>
          </a:r>
        </a:p>
      </dgm:t>
    </dgm:pt>
    <dgm:pt modelId="{F9DE4841-31D3-4328-BE03-3D1CD09AA7B4}" type="parTrans" cxnId="{4F834986-596A-465F-8C21-859E851FF151}">
      <dgm:prSet/>
      <dgm:spPr/>
      <dgm:t>
        <a:bodyPr/>
        <a:lstStyle/>
        <a:p>
          <a:endParaRPr lang="en-US"/>
        </a:p>
      </dgm:t>
    </dgm:pt>
    <dgm:pt modelId="{8BA39780-5570-48DE-AA36-8CBFCC50D69C}" type="sibTrans" cxnId="{4F834986-596A-465F-8C21-859E851FF151}">
      <dgm:prSet/>
      <dgm:spPr/>
      <dgm:t>
        <a:bodyPr/>
        <a:lstStyle/>
        <a:p>
          <a:endParaRPr lang="en-US"/>
        </a:p>
      </dgm:t>
    </dgm:pt>
    <dgm:pt modelId="{44625CBA-7F17-6044-B641-EC80C7EBC730}" type="pres">
      <dgm:prSet presAssocID="{935C3526-779C-4EB6-A7A5-24AEA04A0B52}" presName="root" presStyleCnt="0">
        <dgm:presLayoutVars>
          <dgm:chMax/>
          <dgm:chPref/>
          <dgm:animLvl val="lvl"/>
        </dgm:presLayoutVars>
      </dgm:prSet>
      <dgm:spPr/>
    </dgm:pt>
    <dgm:pt modelId="{68BEC7FF-BCDC-DA4A-A0F3-C78E07B89882}" type="pres">
      <dgm:prSet presAssocID="{935C3526-779C-4EB6-A7A5-24AEA04A0B52}" presName="divider" presStyleLbl="fgAccFollowNode1" presStyleIdx="0" presStyleCnt="1"/>
      <dgm:spPr>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tailEnd type="triangle" w="lg" len="lg"/>
        </a:ln>
        <a:effectLst/>
      </dgm:spPr>
    </dgm:pt>
    <dgm:pt modelId="{830DCF7B-2AA7-694D-A34E-9B555FB12662}" type="pres">
      <dgm:prSet presAssocID="{935C3526-779C-4EB6-A7A5-24AEA04A0B52}" presName="nodes" presStyleCnt="0">
        <dgm:presLayoutVars>
          <dgm:chMax/>
          <dgm:chPref/>
          <dgm:animLvl val="lvl"/>
        </dgm:presLayoutVars>
      </dgm:prSet>
      <dgm:spPr/>
    </dgm:pt>
    <dgm:pt modelId="{0C535C1D-13AB-D942-8A57-F18655D2F0C9}" type="pres">
      <dgm:prSet presAssocID="{408491B6-10CE-4308-9FB8-872D95E7D9A5}" presName="composite" presStyleCnt="0"/>
      <dgm:spPr/>
    </dgm:pt>
    <dgm:pt modelId="{9F170CD5-F931-D248-BAFD-530CF0662323}" type="pres">
      <dgm:prSet presAssocID="{408491B6-10CE-4308-9FB8-872D95E7D9A5}" presName="L1TextContainer" presStyleLbl="revTx" presStyleIdx="0" presStyleCnt="2">
        <dgm:presLayoutVars>
          <dgm:chMax val="1"/>
          <dgm:chPref val="1"/>
          <dgm:bulletEnabled val="1"/>
        </dgm:presLayoutVars>
      </dgm:prSet>
      <dgm:spPr/>
    </dgm:pt>
    <dgm:pt modelId="{B2E24AAD-28DB-244C-BE2F-B8CDF9BC8407}" type="pres">
      <dgm:prSet presAssocID="{408491B6-10CE-4308-9FB8-872D95E7D9A5}" presName="L2TextContainerWrapper" presStyleCnt="0">
        <dgm:presLayoutVars>
          <dgm:chMax val="0"/>
          <dgm:chPref val="0"/>
          <dgm:bulletEnabled val="1"/>
        </dgm:presLayoutVars>
      </dgm:prSet>
      <dgm:spPr/>
    </dgm:pt>
    <dgm:pt modelId="{3ED7C24B-454C-F64F-8C04-F528B0E923C7}" type="pres">
      <dgm:prSet presAssocID="{408491B6-10CE-4308-9FB8-872D95E7D9A5}" presName="L2TextContainer" presStyleLbl="bgAcc1" presStyleIdx="0" presStyleCnt="2"/>
      <dgm:spPr/>
    </dgm:pt>
    <dgm:pt modelId="{5485DBE1-88C9-064B-BBBC-46F61E13EBA6}" type="pres">
      <dgm:prSet presAssocID="{408491B6-10CE-4308-9FB8-872D95E7D9A5}" presName="FlexibleEmptyPlaceHolder" presStyleCnt="0"/>
      <dgm:spPr/>
    </dgm:pt>
    <dgm:pt modelId="{365558CB-92F5-8344-88CE-D8ACDDDEE4EC}" type="pres">
      <dgm:prSet presAssocID="{408491B6-10CE-4308-9FB8-872D95E7D9A5}" presName="ConnectLine" presStyleLbl="sibTrans1D1" presStyleIdx="0" presStyleCnt="2"/>
      <dgm:spPr>
        <a:noFill/>
        <a:ln w="6350" cap="flat" cmpd="sng" algn="ctr">
          <a:solidFill>
            <a:schemeClr val="accent1">
              <a:hueOff val="0"/>
              <a:satOff val="0"/>
              <a:lumOff val="0"/>
              <a:alphaOff val="0"/>
            </a:schemeClr>
          </a:solidFill>
          <a:prstDash val="dash"/>
          <a:miter lim="800000"/>
        </a:ln>
        <a:effectLst/>
      </dgm:spPr>
    </dgm:pt>
    <dgm:pt modelId="{A0C6E24D-79BB-7541-832E-55B6EFEC518D}" type="pres">
      <dgm:prSet presAssocID="{408491B6-10CE-4308-9FB8-872D95E7D9A5}" presName="ConnectorPoint" presStyleLbl="alignNode1" presStyleIdx="0" presStyleCnt="2"/>
      <dgm:spPr/>
    </dgm:pt>
    <dgm:pt modelId="{AF8C60AB-1B97-4B49-BB12-5270EE6B13F1}" type="pres">
      <dgm:prSet presAssocID="{408491B6-10CE-4308-9FB8-872D95E7D9A5}" presName="EmptyPlaceHolder" presStyleCnt="0"/>
      <dgm:spPr/>
    </dgm:pt>
    <dgm:pt modelId="{AF98281E-2E71-AF43-9692-72951FF0DB4F}" type="pres">
      <dgm:prSet presAssocID="{B211EE0C-9AD9-42A2-AFC6-E0D30519D95C}" presName="spaceBetweenRectangles" presStyleCnt="0"/>
      <dgm:spPr/>
    </dgm:pt>
    <dgm:pt modelId="{F89DA022-AE39-164D-8911-255BAE7E70CE}" type="pres">
      <dgm:prSet presAssocID="{7D21AED3-8991-4084-AF41-862A26058F16}" presName="composite" presStyleCnt="0"/>
      <dgm:spPr/>
    </dgm:pt>
    <dgm:pt modelId="{56BB59CC-27B3-7A4F-A8CB-680A0311F07C}" type="pres">
      <dgm:prSet presAssocID="{7D21AED3-8991-4084-AF41-862A26058F16}" presName="L1TextContainer" presStyleLbl="revTx" presStyleIdx="1" presStyleCnt="2">
        <dgm:presLayoutVars>
          <dgm:chMax val="1"/>
          <dgm:chPref val="1"/>
          <dgm:bulletEnabled val="1"/>
        </dgm:presLayoutVars>
      </dgm:prSet>
      <dgm:spPr/>
    </dgm:pt>
    <dgm:pt modelId="{8AC46A9B-AC14-864F-91CD-08AA3FDF6308}" type="pres">
      <dgm:prSet presAssocID="{7D21AED3-8991-4084-AF41-862A26058F16}" presName="L2TextContainerWrapper" presStyleCnt="0">
        <dgm:presLayoutVars>
          <dgm:chMax val="0"/>
          <dgm:chPref val="0"/>
          <dgm:bulletEnabled val="1"/>
        </dgm:presLayoutVars>
      </dgm:prSet>
      <dgm:spPr/>
    </dgm:pt>
    <dgm:pt modelId="{6983E907-15E8-2247-AB85-52C50525447C}" type="pres">
      <dgm:prSet presAssocID="{7D21AED3-8991-4084-AF41-862A26058F16}" presName="L2TextContainer" presStyleLbl="bgAcc1" presStyleIdx="1" presStyleCnt="2"/>
      <dgm:spPr/>
    </dgm:pt>
    <dgm:pt modelId="{F20364AA-579F-E74E-B54F-B279E618E5E9}" type="pres">
      <dgm:prSet presAssocID="{7D21AED3-8991-4084-AF41-862A26058F16}" presName="FlexibleEmptyPlaceHolder" presStyleCnt="0"/>
      <dgm:spPr/>
    </dgm:pt>
    <dgm:pt modelId="{3CF1CAD8-038A-7044-BBF3-46694BAFA7F1}" type="pres">
      <dgm:prSet presAssocID="{7D21AED3-8991-4084-AF41-862A26058F16}" presName="ConnectLine" presStyleLbl="sibTrans1D1" presStyleIdx="1" presStyleCnt="2"/>
      <dgm:spPr>
        <a:noFill/>
        <a:ln w="6350" cap="flat" cmpd="sng" algn="ctr">
          <a:solidFill>
            <a:schemeClr val="accent1">
              <a:hueOff val="0"/>
              <a:satOff val="0"/>
              <a:lumOff val="0"/>
              <a:alphaOff val="0"/>
            </a:schemeClr>
          </a:solidFill>
          <a:prstDash val="dash"/>
          <a:miter lim="800000"/>
        </a:ln>
        <a:effectLst/>
      </dgm:spPr>
    </dgm:pt>
    <dgm:pt modelId="{E70F2373-6359-F84D-A8C1-1B25F2BC0558}" type="pres">
      <dgm:prSet presAssocID="{7D21AED3-8991-4084-AF41-862A26058F16}" presName="ConnectorPoint" presStyleLbl="alignNode1" presStyleIdx="1" presStyleCnt="2"/>
      <dgm:spPr/>
    </dgm:pt>
    <dgm:pt modelId="{408E539C-72CE-6F48-96E0-40DCBD07F5DA}" type="pres">
      <dgm:prSet presAssocID="{7D21AED3-8991-4084-AF41-862A26058F16}" presName="EmptyPlaceHolder" presStyleCnt="0"/>
      <dgm:spPr/>
    </dgm:pt>
  </dgm:ptLst>
  <dgm:cxnLst>
    <dgm:cxn modelId="{4187E64E-999B-9844-884D-15CF8215C246}" type="presOf" srcId="{7D21AED3-8991-4084-AF41-862A26058F16}" destId="{56BB59CC-27B3-7A4F-A8CB-680A0311F07C}" srcOrd="0" destOrd="0" presId="urn:microsoft.com/office/officeart/2016/7/layout/BasicTimeline"/>
    <dgm:cxn modelId="{59862E51-16BC-2348-A3D6-EE105BF81FBF}" type="presOf" srcId="{408491B6-10CE-4308-9FB8-872D95E7D9A5}" destId="{9F170CD5-F931-D248-BAFD-530CF0662323}" srcOrd="0" destOrd="0" presId="urn:microsoft.com/office/officeart/2016/7/layout/BasicTimeline"/>
    <dgm:cxn modelId="{4F834986-596A-465F-8C21-859E851FF151}" srcId="{7D21AED3-8991-4084-AF41-862A26058F16}" destId="{847E424F-9E0D-460E-8B5E-99CC1D4D4B34}" srcOrd="0" destOrd="0" parTransId="{F9DE4841-31D3-4328-BE03-3D1CD09AA7B4}" sibTransId="{8BA39780-5570-48DE-AA36-8CBFCC50D69C}"/>
    <dgm:cxn modelId="{4DBDF895-BEF0-4E0C-A6D6-E44904CDEBB4}" srcId="{935C3526-779C-4EB6-A7A5-24AEA04A0B52}" destId="{7D21AED3-8991-4084-AF41-862A26058F16}" srcOrd="1" destOrd="0" parTransId="{074A1EE8-8B7D-4D2B-9FE9-127C1A12EFF5}" sibTransId="{0B117441-C868-4AA6-823F-F0CB92282FA3}"/>
    <dgm:cxn modelId="{79C046C2-7DF5-A44D-B2CA-199BDD2387A6}" type="presOf" srcId="{847E424F-9E0D-460E-8B5E-99CC1D4D4B34}" destId="{6983E907-15E8-2247-AB85-52C50525447C}" srcOrd="0" destOrd="0" presId="urn:microsoft.com/office/officeart/2016/7/layout/BasicTimeline"/>
    <dgm:cxn modelId="{EE3F7DCA-D65C-FB4F-87E7-A4867F8DCFE8}" type="presOf" srcId="{DB5B2F59-5C49-4F28-B345-799F75453898}" destId="{3ED7C24B-454C-F64F-8C04-F528B0E923C7}" srcOrd="0" destOrd="0" presId="urn:microsoft.com/office/officeart/2016/7/layout/BasicTimeline"/>
    <dgm:cxn modelId="{E4871ED0-B6C9-4421-B111-225FCEE67E5C}" srcId="{935C3526-779C-4EB6-A7A5-24AEA04A0B52}" destId="{408491B6-10CE-4308-9FB8-872D95E7D9A5}" srcOrd="0" destOrd="0" parTransId="{1B08275F-B4EB-404F-A2D3-EB8FED39487A}" sibTransId="{B211EE0C-9AD9-42A2-AFC6-E0D30519D95C}"/>
    <dgm:cxn modelId="{0F279CD8-844F-2B42-B8F6-6D018710D37B}" type="presOf" srcId="{935C3526-779C-4EB6-A7A5-24AEA04A0B52}" destId="{44625CBA-7F17-6044-B641-EC80C7EBC730}" srcOrd="0" destOrd="0" presId="urn:microsoft.com/office/officeart/2016/7/layout/BasicTimeline"/>
    <dgm:cxn modelId="{C35B9AF0-59AC-47FF-AD70-EF35C32A2FD5}" srcId="{408491B6-10CE-4308-9FB8-872D95E7D9A5}" destId="{DB5B2F59-5C49-4F28-B345-799F75453898}" srcOrd="0" destOrd="0" parTransId="{B79E0C25-E82F-4B67-9F23-0D593BC14D52}" sibTransId="{F4A5198D-3768-4C6F-A136-9CAED8FE031C}"/>
    <dgm:cxn modelId="{755F6DBE-3C27-9242-B236-F3FD32E4D1B2}" type="presParOf" srcId="{44625CBA-7F17-6044-B641-EC80C7EBC730}" destId="{68BEC7FF-BCDC-DA4A-A0F3-C78E07B89882}" srcOrd="0" destOrd="0" presId="urn:microsoft.com/office/officeart/2016/7/layout/BasicTimeline"/>
    <dgm:cxn modelId="{AA5EDF65-E7FF-364E-8C23-D293A6EC1183}" type="presParOf" srcId="{44625CBA-7F17-6044-B641-EC80C7EBC730}" destId="{830DCF7B-2AA7-694D-A34E-9B555FB12662}" srcOrd="1" destOrd="0" presId="urn:microsoft.com/office/officeart/2016/7/layout/BasicTimeline"/>
    <dgm:cxn modelId="{66F9C13E-9DA2-D847-A8C2-6D29FC266661}" type="presParOf" srcId="{830DCF7B-2AA7-694D-A34E-9B555FB12662}" destId="{0C535C1D-13AB-D942-8A57-F18655D2F0C9}" srcOrd="0" destOrd="0" presId="urn:microsoft.com/office/officeart/2016/7/layout/BasicTimeline"/>
    <dgm:cxn modelId="{F2D67F9C-4047-B545-B16D-32A9123E9A74}" type="presParOf" srcId="{0C535C1D-13AB-D942-8A57-F18655D2F0C9}" destId="{9F170CD5-F931-D248-BAFD-530CF0662323}" srcOrd="0" destOrd="0" presId="urn:microsoft.com/office/officeart/2016/7/layout/BasicTimeline"/>
    <dgm:cxn modelId="{61A70CF4-BEA7-6F4F-91E0-53C328E4285F}" type="presParOf" srcId="{0C535C1D-13AB-D942-8A57-F18655D2F0C9}" destId="{B2E24AAD-28DB-244C-BE2F-B8CDF9BC8407}" srcOrd="1" destOrd="0" presId="urn:microsoft.com/office/officeart/2016/7/layout/BasicTimeline"/>
    <dgm:cxn modelId="{E8E799FE-45CF-6948-A8A3-49BC3B7E3984}" type="presParOf" srcId="{B2E24AAD-28DB-244C-BE2F-B8CDF9BC8407}" destId="{3ED7C24B-454C-F64F-8C04-F528B0E923C7}" srcOrd="0" destOrd="0" presId="urn:microsoft.com/office/officeart/2016/7/layout/BasicTimeline"/>
    <dgm:cxn modelId="{512310F6-0B17-0644-9436-38AC92339D6A}" type="presParOf" srcId="{B2E24AAD-28DB-244C-BE2F-B8CDF9BC8407}" destId="{5485DBE1-88C9-064B-BBBC-46F61E13EBA6}" srcOrd="1" destOrd="0" presId="urn:microsoft.com/office/officeart/2016/7/layout/BasicTimeline"/>
    <dgm:cxn modelId="{E2EF8595-0583-8549-92EF-C98EAB07A0B2}" type="presParOf" srcId="{0C535C1D-13AB-D942-8A57-F18655D2F0C9}" destId="{365558CB-92F5-8344-88CE-D8ACDDDEE4EC}" srcOrd="2" destOrd="0" presId="urn:microsoft.com/office/officeart/2016/7/layout/BasicTimeline"/>
    <dgm:cxn modelId="{D8BA892F-C47A-8C4A-88BD-1DA96F20EE5E}" type="presParOf" srcId="{0C535C1D-13AB-D942-8A57-F18655D2F0C9}" destId="{A0C6E24D-79BB-7541-832E-55B6EFEC518D}" srcOrd="3" destOrd="0" presId="urn:microsoft.com/office/officeart/2016/7/layout/BasicTimeline"/>
    <dgm:cxn modelId="{12A6CCDA-5B99-224F-A1F4-D78A5AC2B677}" type="presParOf" srcId="{0C535C1D-13AB-D942-8A57-F18655D2F0C9}" destId="{AF8C60AB-1B97-4B49-BB12-5270EE6B13F1}" srcOrd="4" destOrd="0" presId="urn:microsoft.com/office/officeart/2016/7/layout/BasicTimeline"/>
    <dgm:cxn modelId="{52852C53-21EE-CE49-B8FC-B543CA8EAB68}" type="presParOf" srcId="{830DCF7B-2AA7-694D-A34E-9B555FB12662}" destId="{AF98281E-2E71-AF43-9692-72951FF0DB4F}" srcOrd="1" destOrd="0" presId="urn:microsoft.com/office/officeart/2016/7/layout/BasicTimeline"/>
    <dgm:cxn modelId="{7BABBA17-F3C7-F843-94DD-CA17112A5B84}" type="presParOf" srcId="{830DCF7B-2AA7-694D-A34E-9B555FB12662}" destId="{F89DA022-AE39-164D-8911-255BAE7E70CE}" srcOrd="2" destOrd="0" presId="urn:microsoft.com/office/officeart/2016/7/layout/BasicTimeline"/>
    <dgm:cxn modelId="{C0C5D083-B1F1-2643-A615-3921532D81BB}" type="presParOf" srcId="{F89DA022-AE39-164D-8911-255BAE7E70CE}" destId="{56BB59CC-27B3-7A4F-A8CB-680A0311F07C}" srcOrd="0" destOrd="0" presId="urn:microsoft.com/office/officeart/2016/7/layout/BasicTimeline"/>
    <dgm:cxn modelId="{9C501E99-A3EC-AE4B-AE55-458A38D0FCAB}" type="presParOf" srcId="{F89DA022-AE39-164D-8911-255BAE7E70CE}" destId="{8AC46A9B-AC14-864F-91CD-08AA3FDF6308}" srcOrd="1" destOrd="0" presId="urn:microsoft.com/office/officeart/2016/7/layout/BasicTimeline"/>
    <dgm:cxn modelId="{2D03D4AA-9032-524E-B828-2947C6414A56}" type="presParOf" srcId="{8AC46A9B-AC14-864F-91CD-08AA3FDF6308}" destId="{6983E907-15E8-2247-AB85-52C50525447C}" srcOrd="0" destOrd="0" presId="urn:microsoft.com/office/officeart/2016/7/layout/BasicTimeline"/>
    <dgm:cxn modelId="{87AF2635-42D8-E241-A1C0-A35E2830339D}" type="presParOf" srcId="{8AC46A9B-AC14-864F-91CD-08AA3FDF6308}" destId="{F20364AA-579F-E74E-B54F-B279E618E5E9}" srcOrd="1" destOrd="0" presId="urn:microsoft.com/office/officeart/2016/7/layout/BasicTimeline"/>
    <dgm:cxn modelId="{DABFF496-B71B-8946-A0F6-D9699F1A57C6}" type="presParOf" srcId="{F89DA022-AE39-164D-8911-255BAE7E70CE}" destId="{3CF1CAD8-038A-7044-BBF3-46694BAFA7F1}" srcOrd="2" destOrd="0" presId="urn:microsoft.com/office/officeart/2016/7/layout/BasicTimeline"/>
    <dgm:cxn modelId="{87D72B80-0998-4C43-9756-42CAC3B24F32}" type="presParOf" srcId="{F89DA022-AE39-164D-8911-255BAE7E70CE}" destId="{E70F2373-6359-F84D-A8C1-1B25F2BC0558}" srcOrd="3" destOrd="0" presId="urn:microsoft.com/office/officeart/2016/7/layout/BasicTimeline"/>
    <dgm:cxn modelId="{6B85789C-F018-164D-8450-0227A17839DE}" type="presParOf" srcId="{F89DA022-AE39-164D-8911-255BAE7E70CE}" destId="{408E539C-72CE-6F48-96E0-40DCBD07F5DA}" srcOrd="4" destOrd="0" presId="urn:microsoft.com/office/officeart/2016/7/layout/Basic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BEC7FF-BCDC-DA4A-A0F3-C78E07B89882}">
      <dsp:nvSpPr>
        <dsp:cNvPr id="0" name=""/>
        <dsp:cNvSpPr/>
      </dsp:nvSpPr>
      <dsp:spPr>
        <a:xfrm>
          <a:off x="0" y="2175669"/>
          <a:ext cx="5181600" cy="0"/>
        </a:xfrm>
        <a:prstGeom prst="lin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9F170CD5-F931-D248-BAFD-530CF0662323}">
      <dsp:nvSpPr>
        <dsp:cNvPr id="0" name=""/>
        <dsp:cNvSpPr/>
      </dsp:nvSpPr>
      <dsp:spPr>
        <a:xfrm>
          <a:off x="144315" y="2336668"/>
          <a:ext cx="2110692"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755650">
            <a:lnSpc>
              <a:spcPct val="90000"/>
            </a:lnSpc>
            <a:spcBef>
              <a:spcPct val="0"/>
            </a:spcBef>
            <a:spcAft>
              <a:spcPct val="35000"/>
            </a:spcAft>
            <a:buNone/>
            <a:defRPr b="1"/>
          </a:pPr>
          <a:r>
            <a:rPr lang="en-US" sz="1700" kern="1200"/>
            <a:t>2002–2008</a:t>
          </a:r>
        </a:p>
      </dsp:txBody>
      <dsp:txXfrm>
        <a:off x="144315" y="2336668"/>
        <a:ext cx="2110692" cy="491701"/>
      </dsp:txXfrm>
    </dsp:sp>
    <dsp:sp modelId="{3ED7C24B-454C-F64F-8C04-F528B0E923C7}">
      <dsp:nvSpPr>
        <dsp:cNvPr id="0" name=""/>
        <dsp:cNvSpPr/>
      </dsp:nvSpPr>
      <dsp:spPr>
        <a:xfrm>
          <a:off x="404" y="607011"/>
          <a:ext cx="2398514" cy="741903"/>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4460" tIns="124460" rIns="124460" bIns="124460" numCol="1" spcCol="1270" anchor="ctr" anchorCtr="0">
          <a:noAutofit/>
        </a:bodyPr>
        <a:lstStyle/>
        <a:p>
          <a:pPr marL="0" lvl="0" indent="0" algn="l" defTabSz="622300">
            <a:lnSpc>
              <a:spcPct val="90000"/>
            </a:lnSpc>
            <a:spcBef>
              <a:spcPct val="0"/>
            </a:spcBef>
            <a:spcAft>
              <a:spcPct val="35000"/>
            </a:spcAft>
            <a:buNone/>
          </a:pPr>
          <a:r>
            <a:rPr lang="en-US" sz="1400" kern="1200"/>
            <a:t>Assistant Professor, Dept. of Electrical Engineering, SDSU</a:t>
          </a:r>
        </a:p>
      </dsp:txBody>
      <dsp:txXfrm>
        <a:off x="36621" y="643228"/>
        <a:ext cx="2326080" cy="669469"/>
      </dsp:txXfrm>
    </dsp:sp>
    <dsp:sp modelId="{365558CB-92F5-8344-88CE-D8ACDDDEE4EC}">
      <dsp:nvSpPr>
        <dsp:cNvPr id="0" name=""/>
        <dsp:cNvSpPr/>
      </dsp:nvSpPr>
      <dsp:spPr>
        <a:xfrm>
          <a:off x="1199661" y="1348914"/>
          <a:ext cx="0" cy="826754"/>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56BB59CC-27B3-7A4F-A8CB-680A0311F07C}">
      <dsp:nvSpPr>
        <dsp:cNvPr id="0" name=""/>
        <dsp:cNvSpPr/>
      </dsp:nvSpPr>
      <dsp:spPr>
        <a:xfrm>
          <a:off x="2926591" y="1522968"/>
          <a:ext cx="2110692"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755650">
            <a:lnSpc>
              <a:spcPct val="90000"/>
            </a:lnSpc>
            <a:spcBef>
              <a:spcPct val="0"/>
            </a:spcBef>
            <a:spcAft>
              <a:spcPct val="35000"/>
            </a:spcAft>
            <a:buNone/>
            <a:defRPr b="1"/>
          </a:pPr>
          <a:r>
            <a:rPr lang="en-US" sz="1700" kern="1200"/>
            <a:t>2008–2014</a:t>
          </a:r>
        </a:p>
      </dsp:txBody>
      <dsp:txXfrm>
        <a:off x="2926591" y="1522968"/>
        <a:ext cx="2110692" cy="491701"/>
      </dsp:txXfrm>
    </dsp:sp>
    <dsp:sp modelId="{A0C6E24D-79BB-7541-832E-55B6EFEC518D}">
      <dsp:nvSpPr>
        <dsp:cNvPr id="0" name=""/>
        <dsp:cNvSpPr/>
      </dsp:nvSpPr>
      <dsp:spPr>
        <a:xfrm>
          <a:off x="1167026" y="2143033"/>
          <a:ext cx="65270" cy="65270"/>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983E907-15E8-2247-AB85-52C50525447C}">
      <dsp:nvSpPr>
        <dsp:cNvPr id="0" name=""/>
        <dsp:cNvSpPr/>
      </dsp:nvSpPr>
      <dsp:spPr>
        <a:xfrm>
          <a:off x="2782681" y="3002423"/>
          <a:ext cx="2398514" cy="741903"/>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4460" tIns="124460" rIns="124460" bIns="124460" numCol="1" spcCol="1270" anchor="ctr" anchorCtr="0">
          <a:noAutofit/>
        </a:bodyPr>
        <a:lstStyle/>
        <a:p>
          <a:pPr marL="0" lvl="0" indent="0" algn="l" defTabSz="622300">
            <a:lnSpc>
              <a:spcPct val="90000"/>
            </a:lnSpc>
            <a:spcBef>
              <a:spcPct val="0"/>
            </a:spcBef>
            <a:spcAft>
              <a:spcPct val="35000"/>
            </a:spcAft>
            <a:buNone/>
          </a:pPr>
          <a:r>
            <a:rPr lang="en-US" sz="1400" kern="1200"/>
            <a:t>Associate Professor, Dept. of Electrical Engineering, SDSU</a:t>
          </a:r>
        </a:p>
      </dsp:txBody>
      <dsp:txXfrm>
        <a:off x="2818898" y="3038640"/>
        <a:ext cx="2326080" cy="669469"/>
      </dsp:txXfrm>
    </dsp:sp>
    <dsp:sp modelId="{3CF1CAD8-038A-7044-BBF3-46694BAFA7F1}">
      <dsp:nvSpPr>
        <dsp:cNvPr id="0" name=""/>
        <dsp:cNvSpPr/>
      </dsp:nvSpPr>
      <dsp:spPr>
        <a:xfrm>
          <a:off x="3981938" y="2175668"/>
          <a:ext cx="0" cy="826754"/>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70F2373-6359-F84D-A8C1-1B25F2BC0558}">
      <dsp:nvSpPr>
        <dsp:cNvPr id="0" name=""/>
        <dsp:cNvSpPr/>
      </dsp:nvSpPr>
      <dsp:spPr>
        <a:xfrm>
          <a:off x="3949303" y="2143033"/>
          <a:ext cx="65270" cy="65270"/>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0B98A-FAF3-CD49-A722-702DE721EE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B1784CA-AC09-6D42-9EB5-CBFB7BF3AD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6D75A1F-A20A-0D4C-AE55-1F7727B6C7E6}"/>
              </a:ext>
            </a:extLst>
          </p:cNvPr>
          <p:cNvSpPr>
            <a:spLocks noGrp="1"/>
          </p:cNvSpPr>
          <p:nvPr>
            <p:ph type="dt" sz="half" idx="10"/>
          </p:nvPr>
        </p:nvSpPr>
        <p:spPr/>
        <p:txBody>
          <a:bodyPr/>
          <a:lstStyle/>
          <a:p>
            <a:fld id="{F32F181D-DC70-2645-882E-C25349A88838}" type="datetimeFigureOut">
              <a:rPr lang="en-US" smtClean="0"/>
              <a:t>11/10/20</a:t>
            </a:fld>
            <a:endParaRPr lang="en-US"/>
          </a:p>
        </p:txBody>
      </p:sp>
      <p:sp>
        <p:nvSpPr>
          <p:cNvPr id="5" name="Footer Placeholder 4">
            <a:extLst>
              <a:ext uri="{FF2B5EF4-FFF2-40B4-BE49-F238E27FC236}">
                <a16:creationId xmlns:a16="http://schemas.microsoft.com/office/drawing/2014/main" id="{76CD0B99-2ACF-6540-B747-BEF3C3B114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C7DDB0-D944-764A-8D05-6C3FE2063DDA}"/>
              </a:ext>
            </a:extLst>
          </p:cNvPr>
          <p:cNvSpPr>
            <a:spLocks noGrp="1"/>
          </p:cNvSpPr>
          <p:nvPr>
            <p:ph type="sldNum" sz="quarter" idx="12"/>
          </p:nvPr>
        </p:nvSpPr>
        <p:spPr/>
        <p:txBody>
          <a:bodyPr/>
          <a:lstStyle/>
          <a:p>
            <a:fld id="{B2DB1697-9ADF-6845-BA2E-96F46EB4C14B}" type="slidenum">
              <a:rPr lang="en-US" smtClean="0"/>
              <a:t>‹#›</a:t>
            </a:fld>
            <a:endParaRPr lang="en-US"/>
          </a:p>
        </p:txBody>
      </p:sp>
    </p:spTree>
    <p:extLst>
      <p:ext uri="{BB962C8B-B14F-4D97-AF65-F5344CB8AC3E}">
        <p14:creationId xmlns:p14="http://schemas.microsoft.com/office/powerpoint/2010/main" val="4114506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63ABE-0AA2-874D-9E4F-77B256E81FE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4B496E-4B47-0C4A-8333-6A3B29489B6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0E1764-7A83-7740-BC48-E285D98E812B}"/>
              </a:ext>
            </a:extLst>
          </p:cNvPr>
          <p:cNvSpPr>
            <a:spLocks noGrp="1"/>
          </p:cNvSpPr>
          <p:nvPr>
            <p:ph type="dt" sz="half" idx="10"/>
          </p:nvPr>
        </p:nvSpPr>
        <p:spPr/>
        <p:txBody>
          <a:bodyPr/>
          <a:lstStyle/>
          <a:p>
            <a:fld id="{F32F181D-DC70-2645-882E-C25349A88838}" type="datetimeFigureOut">
              <a:rPr lang="en-US" smtClean="0"/>
              <a:t>11/10/20</a:t>
            </a:fld>
            <a:endParaRPr lang="en-US"/>
          </a:p>
        </p:txBody>
      </p:sp>
      <p:sp>
        <p:nvSpPr>
          <p:cNvPr id="5" name="Footer Placeholder 4">
            <a:extLst>
              <a:ext uri="{FF2B5EF4-FFF2-40B4-BE49-F238E27FC236}">
                <a16:creationId xmlns:a16="http://schemas.microsoft.com/office/drawing/2014/main" id="{AB23AABE-0C8F-674F-B70D-14AAEB522A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E4505C-0CCB-4045-80CF-1839DA7F371F}"/>
              </a:ext>
            </a:extLst>
          </p:cNvPr>
          <p:cNvSpPr>
            <a:spLocks noGrp="1"/>
          </p:cNvSpPr>
          <p:nvPr>
            <p:ph type="sldNum" sz="quarter" idx="12"/>
          </p:nvPr>
        </p:nvSpPr>
        <p:spPr/>
        <p:txBody>
          <a:bodyPr/>
          <a:lstStyle/>
          <a:p>
            <a:fld id="{B2DB1697-9ADF-6845-BA2E-96F46EB4C14B}" type="slidenum">
              <a:rPr lang="en-US" smtClean="0"/>
              <a:t>‹#›</a:t>
            </a:fld>
            <a:endParaRPr lang="en-US"/>
          </a:p>
        </p:txBody>
      </p:sp>
    </p:spTree>
    <p:extLst>
      <p:ext uri="{BB962C8B-B14F-4D97-AF65-F5344CB8AC3E}">
        <p14:creationId xmlns:p14="http://schemas.microsoft.com/office/powerpoint/2010/main" val="36144125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EDE60-6991-474E-BBB1-D0AE3A73FAF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F3A991A-2C78-A841-89DE-63ABF62555D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22796C-9189-A84E-AD93-EEC745B5C1FF}"/>
              </a:ext>
            </a:extLst>
          </p:cNvPr>
          <p:cNvSpPr>
            <a:spLocks noGrp="1"/>
          </p:cNvSpPr>
          <p:nvPr>
            <p:ph type="dt" sz="half" idx="10"/>
          </p:nvPr>
        </p:nvSpPr>
        <p:spPr/>
        <p:txBody>
          <a:bodyPr/>
          <a:lstStyle/>
          <a:p>
            <a:fld id="{F32F181D-DC70-2645-882E-C25349A88838}" type="datetimeFigureOut">
              <a:rPr lang="en-US" smtClean="0"/>
              <a:t>11/10/20</a:t>
            </a:fld>
            <a:endParaRPr lang="en-US"/>
          </a:p>
        </p:txBody>
      </p:sp>
      <p:sp>
        <p:nvSpPr>
          <p:cNvPr id="5" name="Footer Placeholder 4">
            <a:extLst>
              <a:ext uri="{FF2B5EF4-FFF2-40B4-BE49-F238E27FC236}">
                <a16:creationId xmlns:a16="http://schemas.microsoft.com/office/drawing/2014/main" id="{836223E3-3F38-C44B-AFA0-5035F9CB6E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DEA0BC-2355-7047-AE41-61D1E79BACD5}"/>
              </a:ext>
            </a:extLst>
          </p:cNvPr>
          <p:cNvSpPr>
            <a:spLocks noGrp="1"/>
          </p:cNvSpPr>
          <p:nvPr>
            <p:ph type="sldNum" sz="quarter" idx="12"/>
          </p:nvPr>
        </p:nvSpPr>
        <p:spPr/>
        <p:txBody>
          <a:bodyPr/>
          <a:lstStyle/>
          <a:p>
            <a:fld id="{B2DB1697-9ADF-6845-BA2E-96F46EB4C14B}" type="slidenum">
              <a:rPr lang="en-US" smtClean="0"/>
              <a:t>‹#›</a:t>
            </a:fld>
            <a:endParaRPr lang="en-US"/>
          </a:p>
        </p:txBody>
      </p:sp>
    </p:spTree>
    <p:extLst>
      <p:ext uri="{BB962C8B-B14F-4D97-AF65-F5344CB8AC3E}">
        <p14:creationId xmlns:p14="http://schemas.microsoft.com/office/powerpoint/2010/main" val="40592914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5AB0F-F76C-134D-A5E1-54D7AD71C2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6B1ACF7-959F-9B40-962B-66C020F820F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ED1AD89-CDC2-2A48-B4B1-655FABB6AB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61F514D-5CB9-8240-853C-AAB8B2844399}"/>
              </a:ext>
            </a:extLst>
          </p:cNvPr>
          <p:cNvSpPr>
            <a:spLocks noGrp="1"/>
          </p:cNvSpPr>
          <p:nvPr>
            <p:ph type="dt" sz="half" idx="10"/>
          </p:nvPr>
        </p:nvSpPr>
        <p:spPr/>
        <p:txBody>
          <a:bodyPr/>
          <a:lstStyle/>
          <a:p>
            <a:fld id="{F32F181D-DC70-2645-882E-C25349A88838}" type="datetimeFigureOut">
              <a:rPr lang="en-US" smtClean="0"/>
              <a:t>11/10/20</a:t>
            </a:fld>
            <a:endParaRPr lang="en-US"/>
          </a:p>
        </p:txBody>
      </p:sp>
      <p:sp>
        <p:nvSpPr>
          <p:cNvPr id="6" name="Footer Placeholder 5">
            <a:extLst>
              <a:ext uri="{FF2B5EF4-FFF2-40B4-BE49-F238E27FC236}">
                <a16:creationId xmlns:a16="http://schemas.microsoft.com/office/drawing/2014/main" id="{B1A7F898-272E-BB41-B0F8-589D013AB5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2CCE0A-D77D-FB45-930E-33A0A646AF9F}"/>
              </a:ext>
            </a:extLst>
          </p:cNvPr>
          <p:cNvSpPr>
            <a:spLocks noGrp="1"/>
          </p:cNvSpPr>
          <p:nvPr>
            <p:ph type="sldNum" sz="quarter" idx="12"/>
          </p:nvPr>
        </p:nvSpPr>
        <p:spPr/>
        <p:txBody>
          <a:bodyPr/>
          <a:lstStyle/>
          <a:p>
            <a:fld id="{B2DB1697-9ADF-6845-BA2E-96F46EB4C14B}" type="slidenum">
              <a:rPr lang="en-US" smtClean="0"/>
              <a:t>‹#›</a:t>
            </a:fld>
            <a:endParaRPr lang="en-US"/>
          </a:p>
        </p:txBody>
      </p:sp>
    </p:spTree>
    <p:extLst>
      <p:ext uri="{BB962C8B-B14F-4D97-AF65-F5344CB8AC3E}">
        <p14:creationId xmlns:p14="http://schemas.microsoft.com/office/powerpoint/2010/main" val="4179036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C2CE8-9271-F54F-944E-FEF955E5B7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20E9EC5-F09B-0B4A-81BE-C50EF6175F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7AB802-2F96-CC4D-B643-3749C7C5FB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E5C1869-735E-7F40-8949-FD8D222A4B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30C1C7-E483-5C43-89C4-5F8CFCD61C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8C93ECD-D7FD-E643-9657-CA46565A18AF}"/>
              </a:ext>
            </a:extLst>
          </p:cNvPr>
          <p:cNvSpPr>
            <a:spLocks noGrp="1"/>
          </p:cNvSpPr>
          <p:nvPr>
            <p:ph type="dt" sz="half" idx="10"/>
          </p:nvPr>
        </p:nvSpPr>
        <p:spPr/>
        <p:txBody>
          <a:bodyPr/>
          <a:lstStyle/>
          <a:p>
            <a:fld id="{F32F181D-DC70-2645-882E-C25349A88838}" type="datetimeFigureOut">
              <a:rPr lang="en-US" smtClean="0"/>
              <a:t>11/10/20</a:t>
            </a:fld>
            <a:endParaRPr lang="en-US"/>
          </a:p>
        </p:txBody>
      </p:sp>
      <p:sp>
        <p:nvSpPr>
          <p:cNvPr id="8" name="Footer Placeholder 7">
            <a:extLst>
              <a:ext uri="{FF2B5EF4-FFF2-40B4-BE49-F238E27FC236}">
                <a16:creationId xmlns:a16="http://schemas.microsoft.com/office/drawing/2014/main" id="{5C0D5B8B-D9AC-7E4F-8B31-23F7D5EBBF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751B3BE-FB48-734A-8A75-0B3C6C4BAC8B}"/>
              </a:ext>
            </a:extLst>
          </p:cNvPr>
          <p:cNvSpPr>
            <a:spLocks noGrp="1"/>
          </p:cNvSpPr>
          <p:nvPr>
            <p:ph type="sldNum" sz="quarter" idx="12"/>
          </p:nvPr>
        </p:nvSpPr>
        <p:spPr/>
        <p:txBody>
          <a:bodyPr/>
          <a:lstStyle/>
          <a:p>
            <a:fld id="{B2DB1697-9ADF-6845-BA2E-96F46EB4C14B}" type="slidenum">
              <a:rPr lang="en-US" smtClean="0"/>
              <a:t>‹#›</a:t>
            </a:fld>
            <a:endParaRPr lang="en-US"/>
          </a:p>
        </p:txBody>
      </p:sp>
    </p:spTree>
    <p:extLst>
      <p:ext uri="{BB962C8B-B14F-4D97-AF65-F5344CB8AC3E}">
        <p14:creationId xmlns:p14="http://schemas.microsoft.com/office/powerpoint/2010/main" val="11873206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19260-0CC6-4742-BDEC-152D4392C05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D3335B5-8960-6B4F-AD30-48333B9DFA29}"/>
              </a:ext>
            </a:extLst>
          </p:cNvPr>
          <p:cNvSpPr>
            <a:spLocks noGrp="1"/>
          </p:cNvSpPr>
          <p:nvPr>
            <p:ph type="dt" sz="half" idx="10"/>
          </p:nvPr>
        </p:nvSpPr>
        <p:spPr/>
        <p:txBody>
          <a:bodyPr/>
          <a:lstStyle/>
          <a:p>
            <a:fld id="{F32F181D-DC70-2645-882E-C25349A88838}" type="datetimeFigureOut">
              <a:rPr lang="en-US" smtClean="0"/>
              <a:t>11/10/20</a:t>
            </a:fld>
            <a:endParaRPr lang="en-US"/>
          </a:p>
        </p:txBody>
      </p:sp>
      <p:sp>
        <p:nvSpPr>
          <p:cNvPr id="4" name="Footer Placeholder 3">
            <a:extLst>
              <a:ext uri="{FF2B5EF4-FFF2-40B4-BE49-F238E27FC236}">
                <a16:creationId xmlns:a16="http://schemas.microsoft.com/office/drawing/2014/main" id="{01FF8C51-C49D-5246-962F-7AB8918EB0C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860E5C5-347C-6B41-81A6-7913063CD163}"/>
              </a:ext>
            </a:extLst>
          </p:cNvPr>
          <p:cNvSpPr>
            <a:spLocks noGrp="1"/>
          </p:cNvSpPr>
          <p:nvPr>
            <p:ph type="sldNum" sz="quarter" idx="12"/>
          </p:nvPr>
        </p:nvSpPr>
        <p:spPr/>
        <p:txBody>
          <a:bodyPr/>
          <a:lstStyle/>
          <a:p>
            <a:fld id="{B2DB1697-9ADF-6845-BA2E-96F46EB4C14B}" type="slidenum">
              <a:rPr lang="en-US" smtClean="0"/>
              <a:t>‹#›</a:t>
            </a:fld>
            <a:endParaRPr lang="en-US"/>
          </a:p>
        </p:txBody>
      </p:sp>
    </p:spTree>
    <p:extLst>
      <p:ext uri="{BB962C8B-B14F-4D97-AF65-F5344CB8AC3E}">
        <p14:creationId xmlns:p14="http://schemas.microsoft.com/office/powerpoint/2010/main" val="1288587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DF3E45C-1BD1-A94D-A2A8-D6749EC7AD5E}"/>
              </a:ext>
            </a:extLst>
          </p:cNvPr>
          <p:cNvSpPr>
            <a:spLocks noGrp="1"/>
          </p:cNvSpPr>
          <p:nvPr>
            <p:ph type="dt" sz="half" idx="10"/>
          </p:nvPr>
        </p:nvSpPr>
        <p:spPr/>
        <p:txBody>
          <a:bodyPr/>
          <a:lstStyle/>
          <a:p>
            <a:fld id="{F32F181D-DC70-2645-882E-C25349A88838}" type="datetimeFigureOut">
              <a:rPr lang="en-US" smtClean="0"/>
              <a:t>11/10/20</a:t>
            </a:fld>
            <a:endParaRPr lang="en-US"/>
          </a:p>
        </p:txBody>
      </p:sp>
      <p:sp>
        <p:nvSpPr>
          <p:cNvPr id="3" name="Footer Placeholder 2">
            <a:extLst>
              <a:ext uri="{FF2B5EF4-FFF2-40B4-BE49-F238E27FC236}">
                <a16:creationId xmlns:a16="http://schemas.microsoft.com/office/drawing/2014/main" id="{6460618F-8DC0-E340-A1FA-81EB812C62B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6F9347-B1F6-5140-A791-32AFBBE07E72}"/>
              </a:ext>
            </a:extLst>
          </p:cNvPr>
          <p:cNvSpPr>
            <a:spLocks noGrp="1"/>
          </p:cNvSpPr>
          <p:nvPr>
            <p:ph type="sldNum" sz="quarter" idx="12"/>
          </p:nvPr>
        </p:nvSpPr>
        <p:spPr/>
        <p:txBody>
          <a:bodyPr/>
          <a:lstStyle/>
          <a:p>
            <a:fld id="{B2DB1697-9ADF-6845-BA2E-96F46EB4C14B}" type="slidenum">
              <a:rPr lang="en-US" smtClean="0"/>
              <a:t>‹#›</a:t>
            </a:fld>
            <a:endParaRPr lang="en-US"/>
          </a:p>
        </p:txBody>
      </p:sp>
    </p:spTree>
    <p:extLst>
      <p:ext uri="{BB962C8B-B14F-4D97-AF65-F5344CB8AC3E}">
        <p14:creationId xmlns:p14="http://schemas.microsoft.com/office/powerpoint/2010/main" val="35775407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F5A65-28B6-C74A-B692-FEC4934625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C423500-C79F-A54B-A50E-67BCDF0986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D518144-50C6-2648-AC74-75286D28CA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053D3E-E27D-AC49-8856-AF06D76183A8}"/>
              </a:ext>
            </a:extLst>
          </p:cNvPr>
          <p:cNvSpPr>
            <a:spLocks noGrp="1"/>
          </p:cNvSpPr>
          <p:nvPr>
            <p:ph type="dt" sz="half" idx="10"/>
          </p:nvPr>
        </p:nvSpPr>
        <p:spPr/>
        <p:txBody>
          <a:bodyPr/>
          <a:lstStyle/>
          <a:p>
            <a:fld id="{F32F181D-DC70-2645-882E-C25349A88838}" type="datetimeFigureOut">
              <a:rPr lang="en-US" smtClean="0"/>
              <a:t>11/10/20</a:t>
            </a:fld>
            <a:endParaRPr lang="en-US"/>
          </a:p>
        </p:txBody>
      </p:sp>
      <p:sp>
        <p:nvSpPr>
          <p:cNvPr id="6" name="Footer Placeholder 5">
            <a:extLst>
              <a:ext uri="{FF2B5EF4-FFF2-40B4-BE49-F238E27FC236}">
                <a16:creationId xmlns:a16="http://schemas.microsoft.com/office/drawing/2014/main" id="{3798BF51-B61E-3544-936F-72F990374A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A69F04-8E6A-3241-B50B-62A9321A5391}"/>
              </a:ext>
            </a:extLst>
          </p:cNvPr>
          <p:cNvSpPr>
            <a:spLocks noGrp="1"/>
          </p:cNvSpPr>
          <p:nvPr>
            <p:ph type="sldNum" sz="quarter" idx="12"/>
          </p:nvPr>
        </p:nvSpPr>
        <p:spPr/>
        <p:txBody>
          <a:bodyPr/>
          <a:lstStyle/>
          <a:p>
            <a:fld id="{B2DB1697-9ADF-6845-BA2E-96F46EB4C14B}" type="slidenum">
              <a:rPr lang="en-US" smtClean="0"/>
              <a:t>‹#›</a:t>
            </a:fld>
            <a:endParaRPr lang="en-US"/>
          </a:p>
        </p:txBody>
      </p:sp>
    </p:spTree>
    <p:extLst>
      <p:ext uri="{BB962C8B-B14F-4D97-AF65-F5344CB8AC3E}">
        <p14:creationId xmlns:p14="http://schemas.microsoft.com/office/powerpoint/2010/main" val="3862975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8B971-1F67-7241-AEF5-2AFCE9DCBB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D75EF7F-FB29-5E41-B721-7693270756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B217AF2-6AB0-4C43-9464-C0180FADCE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7301B9-0DE9-7148-BB03-E30C86B2B651}"/>
              </a:ext>
            </a:extLst>
          </p:cNvPr>
          <p:cNvSpPr>
            <a:spLocks noGrp="1"/>
          </p:cNvSpPr>
          <p:nvPr>
            <p:ph type="dt" sz="half" idx="10"/>
          </p:nvPr>
        </p:nvSpPr>
        <p:spPr/>
        <p:txBody>
          <a:bodyPr/>
          <a:lstStyle/>
          <a:p>
            <a:fld id="{F32F181D-DC70-2645-882E-C25349A88838}" type="datetimeFigureOut">
              <a:rPr lang="en-US" smtClean="0"/>
              <a:t>11/10/20</a:t>
            </a:fld>
            <a:endParaRPr lang="en-US"/>
          </a:p>
        </p:txBody>
      </p:sp>
      <p:sp>
        <p:nvSpPr>
          <p:cNvPr id="6" name="Footer Placeholder 5">
            <a:extLst>
              <a:ext uri="{FF2B5EF4-FFF2-40B4-BE49-F238E27FC236}">
                <a16:creationId xmlns:a16="http://schemas.microsoft.com/office/drawing/2014/main" id="{90A896C8-3622-484B-BF1F-758DD1BC70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7FFF95-055D-9543-B01C-6B4CBE11731D}"/>
              </a:ext>
            </a:extLst>
          </p:cNvPr>
          <p:cNvSpPr>
            <a:spLocks noGrp="1"/>
          </p:cNvSpPr>
          <p:nvPr>
            <p:ph type="sldNum" sz="quarter" idx="12"/>
          </p:nvPr>
        </p:nvSpPr>
        <p:spPr/>
        <p:txBody>
          <a:bodyPr/>
          <a:lstStyle/>
          <a:p>
            <a:fld id="{B2DB1697-9ADF-6845-BA2E-96F46EB4C14B}" type="slidenum">
              <a:rPr lang="en-US" smtClean="0"/>
              <a:t>‹#›</a:t>
            </a:fld>
            <a:endParaRPr lang="en-US"/>
          </a:p>
        </p:txBody>
      </p:sp>
    </p:spTree>
    <p:extLst>
      <p:ext uri="{BB962C8B-B14F-4D97-AF65-F5344CB8AC3E}">
        <p14:creationId xmlns:p14="http://schemas.microsoft.com/office/powerpoint/2010/main" val="3531058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4749B-6A87-4948-B748-D385DD764AB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07AD79-4F45-904D-9B12-57568C693E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A73B1D-63B7-4A48-A092-2A7F5969F527}"/>
              </a:ext>
            </a:extLst>
          </p:cNvPr>
          <p:cNvSpPr>
            <a:spLocks noGrp="1"/>
          </p:cNvSpPr>
          <p:nvPr>
            <p:ph type="dt" sz="half" idx="10"/>
          </p:nvPr>
        </p:nvSpPr>
        <p:spPr/>
        <p:txBody>
          <a:bodyPr/>
          <a:lstStyle/>
          <a:p>
            <a:fld id="{F32F181D-DC70-2645-882E-C25349A88838}" type="datetimeFigureOut">
              <a:rPr lang="en-US" smtClean="0"/>
              <a:t>11/10/20</a:t>
            </a:fld>
            <a:endParaRPr lang="en-US"/>
          </a:p>
        </p:txBody>
      </p:sp>
      <p:sp>
        <p:nvSpPr>
          <p:cNvPr id="5" name="Footer Placeholder 4">
            <a:extLst>
              <a:ext uri="{FF2B5EF4-FFF2-40B4-BE49-F238E27FC236}">
                <a16:creationId xmlns:a16="http://schemas.microsoft.com/office/drawing/2014/main" id="{C1FB5721-8307-E444-ACB0-9F3E63BC9C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69F9F3-4178-9C44-9B3C-E86DA9D678AF}"/>
              </a:ext>
            </a:extLst>
          </p:cNvPr>
          <p:cNvSpPr>
            <a:spLocks noGrp="1"/>
          </p:cNvSpPr>
          <p:nvPr>
            <p:ph type="sldNum" sz="quarter" idx="12"/>
          </p:nvPr>
        </p:nvSpPr>
        <p:spPr/>
        <p:txBody>
          <a:bodyPr/>
          <a:lstStyle/>
          <a:p>
            <a:fld id="{B2DB1697-9ADF-6845-BA2E-96F46EB4C14B}" type="slidenum">
              <a:rPr lang="en-US" smtClean="0"/>
              <a:t>‹#›</a:t>
            </a:fld>
            <a:endParaRPr lang="en-US"/>
          </a:p>
        </p:txBody>
      </p:sp>
    </p:spTree>
    <p:extLst>
      <p:ext uri="{BB962C8B-B14F-4D97-AF65-F5344CB8AC3E}">
        <p14:creationId xmlns:p14="http://schemas.microsoft.com/office/powerpoint/2010/main" val="27328731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C1870C-9C3C-8E4B-9EE4-07A0D28E1B1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E9DD38-4B51-734E-88DA-A9964A9894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1D5185-16EE-2045-A2A4-C6036A45B878}"/>
              </a:ext>
            </a:extLst>
          </p:cNvPr>
          <p:cNvSpPr>
            <a:spLocks noGrp="1"/>
          </p:cNvSpPr>
          <p:nvPr>
            <p:ph type="dt" sz="half" idx="10"/>
          </p:nvPr>
        </p:nvSpPr>
        <p:spPr/>
        <p:txBody>
          <a:bodyPr/>
          <a:lstStyle/>
          <a:p>
            <a:fld id="{F32F181D-DC70-2645-882E-C25349A88838}" type="datetimeFigureOut">
              <a:rPr lang="en-US" smtClean="0"/>
              <a:t>11/10/20</a:t>
            </a:fld>
            <a:endParaRPr lang="en-US"/>
          </a:p>
        </p:txBody>
      </p:sp>
      <p:sp>
        <p:nvSpPr>
          <p:cNvPr id="5" name="Footer Placeholder 4">
            <a:extLst>
              <a:ext uri="{FF2B5EF4-FFF2-40B4-BE49-F238E27FC236}">
                <a16:creationId xmlns:a16="http://schemas.microsoft.com/office/drawing/2014/main" id="{C4665459-B23E-054E-A0C2-756587267C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BCD572-78C5-5241-BBCC-AFF0D6DB0484}"/>
              </a:ext>
            </a:extLst>
          </p:cNvPr>
          <p:cNvSpPr>
            <a:spLocks noGrp="1"/>
          </p:cNvSpPr>
          <p:nvPr>
            <p:ph type="sldNum" sz="quarter" idx="12"/>
          </p:nvPr>
        </p:nvSpPr>
        <p:spPr/>
        <p:txBody>
          <a:bodyPr/>
          <a:lstStyle/>
          <a:p>
            <a:fld id="{B2DB1697-9ADF-6845-BA2E-96F46EB4C14B}" type="slidenum">
              <a:rPr lang="en-US" smtClean="0"/>
              <a:t>‹#›</a:t>
            </a:fld>
            <a:endParaRPr lang="en-US"/>
          </a:p>
        </p:txBody>
      </p:sp>
    </p:spTree>
    <p:extLst>
      <p:ext uri="{BB962C8B-B14F-4D97-AF65-F5344CB8AC3E}">
        <p14:creationId xmlns:p14="http://schemas.microsoft.com/office/powerpoint/2010/main" val="611742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C5A027-6094-6140-BA22-F7A5E977D8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36960B8-9680-BF40-A2D9-3C2B0FFD4F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BFB20C-0B01-4B46-801F-439BD9044D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2F181D-DC70-2645-882E-C25349A88838}" type="datetimeFigureOut">
              <a:rPr lang="en-US" smtClean="0"/>
              <a:t>11/10/20</a:t>
            </a:fld>
            <a:endParaRPr lang="en-US"/>
          </a:p>
        </p:txBody>
      </p:sp>
      <p:sp>
        <p:nvSpPr>
          <p:cNvPr id="5" name="Footer Placeholder 4">
            <a:extLst>
              <a:ext uri="{FF2B5EF4-FFF2-40B4-BE49-F238E27FC236}">
                <a16:creationId xmlns:a16="http://schemas.microsoft.com/office/drawing/2014/main" id="{BBA35C26-F4B4-164A-BC8B-78660E0F09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65EC677-3E0D-D44B-A1D2-40A86B7D38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B1697-9ADF-6845-BA2E-96F46EB4C14B}" type="slidenum">
              <a:rPr lang="en-US" smtClean="0"/>
              <a:t>‹#›</a:t>
            </a:fld>
            <a:endParaRPr lang="en-US"/>
          </a:p>
        </p:txBody>
      </p:sp>
    </p:spTree>
    <p:extLst>
      <p:ext uri="{BB962C8B-B14F-4D97-AF65-F5344CB8AC3E}">
        <p14:creationId xmlns:p14="http://schemas.microsoft.com/office/powerpoint/2010/main" val="16334755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Jane.doe@sdstate.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7DEF1-295F-5C4F-BD11-E1683DA9A78D}"/>
              </a:ext>
            </a:extLst>
          </p:cNvPr>
          <p:cNvSpPr>
            <a:spLocks noGrp="1"/>
          </p:cNvSpPr>
          <p:nvPr>
            <p:ph type="ctrTitle"/>
          </p:nvPr>
        </p:nvSpPr>
        <p:spPr>
          <a:xfrm>
            <a:off x="1524000" y="210208"/>
            <a:ext cx="9144000" cy="3218792"/>
          </a:xfrm>
        </p:spPr>
        <p:txBody>
          <a:bodyPr>
            <a:normAutofit/>
          </a:bodyPr>
          <a:lstStyle/>
          <a:p>
            <a:r>
              <a:rPr lang="en-US" dirty="0">
                <a:solidFill>
                  <a:srgbClr val="00B050"/>
                </a:solidFill>
                <a:latin typeface="Avenir Medium" panose="02000503020000020003" pitchFamily="2" charset="0"/>
              </a:rPr>
              <a:t>Dr. Jane Doe</a:t>
            </a:r>
            <a:br>
              <a:rPr lang="en-US" dirty="0">
                <a:latin typeface="Avenir Medium" panose="02000503020000020003" pitchFamily="2" charset="0"/>
              </a:rPr>
            </a:br>
            <a:br>
              <a:rPr lang="en-US" dirty="0"/>
            </a:br>
            <a:endParaRPr lang="en-US" dirty="0"/>
          </a:p>
        </p:txBody>
      </p:sp>
      <p:sp>
        <p:nvSpPr>
          <p:cNvPr id="3" name="Subtitle 2">
            <a:extLst>
              <a:ext uri="{FF2B5EF4-FFF2-40B4-BE49-F238E27FC236}">
                <a16:creationId xmlns:a16="http://schemas.microsoft.com/office/drawing/2014/main" id="{CD469116-BEAC-2A42-8832-4A031489BE40}"/>
              </a:ext>
            </a:extLst>
          </p:cNvPr>
          <p:cNvSpPr>
            <a:spLocks noGrp="1"/>
          </p:cNvSpPr>
          <p:nvPr>
            <p:ph type="subTitle" idx="1"/>
          </p:nvPr>
        </p:nvSpPr>
        <p:spPr/>
        <p:txBody>
          <a:bodyPr>
            <a:normAutofit lnSpcReduction="10000"/>
          </a:bodyPr>
          <a:lstStyle/>
          <a:p>
            <a:r>
              <a:rPr lang="en-US" dirty="0">
                <a:latin typeface="Avenir Medium" panose="02000503020000020003" pitchFamily="2" charset="0"/>
              </a:rPr>
              <a:t>Professor </a:t>
            </a:r>
          </a:p>
          <a:p>
            <a:r>
              <a:rPr lang="en-US" dirty="0">
                <a:latin typeface="Avenir Medium" panose="02000503020000020003" pitchFamily="2" charset="0"/>
              </a:rPr>
              <a:t>Department of Electrical Engineering </a:t>
            </a:r>
          </a:p>
          <a:p>
            <a:r>
              <a:rPr lang="en-US" dirty="0">
                <a:latin typeface="Avenir Medium" panose="02000503020000020003" pitchFamily="2" charset="0"/>
              </a:rPr>
              <a:t>South Dakota State University</a:t>
            </a:r>
          </a:p>
          <a:p>
            <a:r>
              <a:rPr lang="en-US" dirty="0">
                <a:latin typeface="Avenir Medium" panose="02000503020000020003" pitchFamily="2" charset="0"/>
                <a:hlinkClick r:id="rId2"/>
              </a:rPr>
              <a:t>Jane.doe@sdstate.edu</a:t>
            </a:r>
            <a:endParaRPr lang="en-US" dirty="0">
              <a:latin typeface="Avenir Medium" panose="02000503020000020003" pitchFamily="2" charset="0"/>
            </a:endParaRPr>
          </a:p>
          <a:p>
            <a:endParaRPr lang="en-US" dirty="0"/>
          </a:p>
        </p:txBody>
      </p:sp>
    </p:spTree>
    <p:extLst>
      <p:ext uri="{BB962C8B-B14F-4D97-AF65-F5344CB8AC3E}">
        <p14:creationId xmlns:p14="http://schemas.microsoft.com/office/powerpoint/2010/main" val="8082604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71824-95CD-0D4F-B312-FACD8EC925E8}"/>
              </a:ext>
            </a:extLst>
          </p:cNvPr>
          <p:cNvSpPr>
            <a:spLocks noGrp="1"/>
          </p:cNvSpPr>
          <p:nvPr>
            <p:ph type="title"/>
          </p:nvPr>
        </p:nvSpPr>
        <p:spPr/>
        <p:txBody>
          <a:bodyPr/>
          <a:lstStyle/>
          <a:p>
            <a:r>
              <a:rPr lang="en-US" b="1" dirty="0">
                <a:solidFill>
                  <a:srgbClr val="00B050"/>
                </a:solidFill>
                <a:latin typeface="Avenir Black" panose="02000503020000020003" pitchFamily="2" charset="0"/>
              </a:rPr>
              <a:t>Profile</a:t>
            </a:r>
          </a:p>
        </p:txBody>
      </p:sp>
      <p:sp>
        <p:nvSpPr>
          <p:cNvPr id="4" name="Content Placeholder 3">
            <a:extLst>
              <a:ext uri="{FF2B5EF4-FFF2-40B4-BE49-F238E27FC236}">
                <a16:creationId xmlns:a16="http://schemas.microsoft.com/office/drawing/2014/main" id="{9A61AF3A-65AF-864B-B381-CCCCFDF3E9D1}"/>
              </a:ext>
            </a:extLst>
          </p:cNvPr>
          <p:cNvSpPr>
            <a:spLocks noGrp="1"/>
          </p:cNvSpPr>
          <p:nvPr>
            <p:ph sz="half" idx="1"/>
          </p:nvPr>
        </p:nvSpPr>
        <p:spPr>
          <a:xfrm>
            <a:off x="702276" y="1825625"/>
            <a:ext cx="5181600" cy="4351338"/>
          </a:xfrm>
        </p:spPr>
        <p:txBody>
          <a:bodyPr>
            <a:normAutofit/>
          </a:bodyPr>
          <a:lstStyle/>
          <a:p>
            <a:r>
              <a:rPr lang="en-US" dirty="0"/>
              <a:t>B.S. Electrical Engineering, 1995 Washington State University </a:t>
            </a:r>
          </a:p>
          <a:p>
            <a:r>
              <a:rPr lang="en-US" dirty="0"/>
              <a:t>M.S. Electrical Engineering, 1998 Purdue University </a:t>
            </a:r>
          </a:p>
          <a:p>
            <a:r>
              <a:rPr lang="en-US" dirty="0"/>
              <a:t>Ph.D. Electrical Engineering, 2002 Princeton University, Thesis: “</a:t>
            </a:r>
            <a:r>
              <a:rPr lang="en-US" i="1" dirty="0"/>
              <a:t>Algebraic methods in coding theory</a:t>
            </a:r>
            <a:r>
              <a:rPr lang="en-US" dirty="0"/>
              <a:t>”</a:t>
            </a:r>
          </a:p>
          <a:p>
            <a:pPr marL="0" indent="0">
              <a:buNone/>
            </a:pPr>
            <a:r>
              <a:rPr lang="en-US" dirty="0"/>
              <a:t>   </a:t>
            </a:r>
          </a:p>
        </p:txBody>
      </p:sp>
      <p:graphicFrame>
        <p:nvGraphicFramePr>
          <p:cNvPr id="7" name="Content Placeholder 4">
            <a:extLst>
              <a:ext uri="{FF2B5EF4-FFF2-40B4-BE49-F238E27FC236}">
                <a16:creationId xmlns:a16="http://schemas.microsoft.com/office/drawing/2014/main" id="{9765AED1-E6E4-49E0-AFFE-87D587A84B01}"/>
              </a:ext>
            </a:extLst>
          </p:cNvPr>
          <p:cNvGraphicFramePr>
            <a:graphicFrameLocks noGrp="1"/>
          </p:cNvGraphicFramePr>
          <p:nvPr>
            <p:ph sz="half" idx="2"/>
          </p:nvPr>
        </p:nvGraphicFramePr>
        <p:xfrm>
          <a:off x="6172200" y="1825625"/>
          <a:ext cx="5181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3530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7B01467-E5B7-7A41-8478-20216245406C}"/>
              </a:ext>
            </a:extLst>
          </p:cNvPr>
          <p:cNvSpPr>
            <a:spLocks noGrp="1"/>
          </p:cNvSpPr>
          <p:nvPr>
            <p:ph type="title"/>
          </p:nvPr>
        </p:nvSpPr>
        <p:spPr>
          <a:xfrm>
            <a:off x="838200" y="247928"/>
            <a:ext cx="10515600" cy="1325563"/>
          </a:xfrm>
        </p:spPr>
        <p:txBody>
          <a:bodyPr>
            <a:normAutofit/>
          </a:bodyPr>
          <a:lstStyle/>
          <a:p>
            <a:r>
              <a:rPr lang="en-US" sz="3600" b="1" dirty="0">
                <a:solidFill>
                  <a:srgbClr val="00B050"/>
                </a:solidFill>
                <a:latin typeface="Avenir Black" panose="02000503020000020003" pitchFamily="2" charset="0"/>
              </a:rPr>
              <a:t>Areas of Expertise/Interest</a:t>
            </a:r>
          </a:p>
        </p:txBody>
      </p:sp>
      <p:sp>
        <p:nvSpPr>
          <p:cNvPr id="7" name="Content Placeholder 6">
            <a:extLst>
              <a:ext uri="{FF2B5EF4-FFF2-40B4-BE49-F238E27FC236}">
                <a16:creationId xmlns:a16="http://schemas.microsoft.com/office/drawing/2014/main" id="{B9EA4EE6-57C8-7144-A0F1-7C5884FBE4BD}"/>
              </a:ext>
            </a:extLst>
          </p:cNvPr>
          <p:cNvSpPr>
            <a:spLocks noGrp="1"/>
          </p:cNvSpPr>
          <p:nvPr>
            <p:ph sz="half" idx="1"/>
          </p:nvPr>
        </p:nvSpPr>
        <p:spPr/>
        <p:txBody>
          <a:bodyPr/>
          <a:lstStyle/>
          <a:p>
            <a:r>
              <a:rPr lang="en-US" dirty="0"/>
              <a:t>Topic-1 </a:t>
            </a:r>
          </a:p>
          <a:p>
            <a:r>
              <a:rPr lang="en-US" dirty="0"/>
              <a:t>Topic-2</a:t>
            </a:r>
          </a:p>
          <a:p>
            <a:r>
              <a:rPr lang="en-US" dirty="0"/>
              <a:t>Topic-3</a:t>
            </a:r>
          </a:p>
        </p:txBody>
      </p:sp>
      <p:sp>
        <p:nvSpPr>
          <p:cNvPr id="8" name="Content Placeholder 7">
            <a:extLst>
              <a:ext uri="{FF2B5EF4-FFF2-40B4-BE49-F238E27FC236}">
                <a16:creationId xmlns:a16="http://schemas.microsoft.com/office/drawing/2014/main" id="{41252BC6-9425-FC4D-A55B-7F54B2F6BED1}"/>
              </a:ext>
            </a:extLst>
          </p:cNvPr>
          <p:cNvSpPr>
            <a:spLocks noGrp="1"/>
          </p:cNvSpPr>
          <p:nvPr>
            <p:ph sz="half" idx="2"/>
          </p:nvPr>
        </p:nvSpPr>
        <p:spPr/>
        <p:txBody>
          <a:bodyPr/>
          <a:lstStyle/>
          <a:p>
            <a:r>
              <a:rPr lang="en-US" dirty="0"/>
              <a:t>Topic-1</a:t>
            </a:r>
          </a:p>
          <a:p>
            <a:r>
              <a:rPr lang="en-US" dirty="0"/>
              <a:t>Topic-2</a:t>
            </a:r>
          </a:p>
          <a:p>
            <a:r>
              <a:rPr lang="en-US" dirty="0"/>
              <a:t>Topic-3</a:t>
            </a:r>
          </a:p>
          <a:p>
            <a:pPr marL="0" indent="0">
              <a:buNone/>
            </a:pPr>
            <a:endParaRPr lang="en-US" dirty="0"/>
          </a:p>
        </p:txBody>
      </p:sp>
      <p:sp>
        <p:nvSpPr>
          <p:cNvPr id="9" name="TextBox 8">
            <a:extLst>
              <a:ext uri="{FF2B5EF4-FFF2-40B4-BE49-F238E27FC236}">
                <a16:creationId xmlns:a16="http://schemas.microsoft.com/office/drawing/2014/main" id="{32BFDE82-D6A3-4A4D-BEFE-3566EA966879}"/>
              </a:ext>
            </a:extLst>
          </p:cNvPr>
          <p:cNvSpPr txBox="1"/>
          <p:nvPr/>
        </p:nvSpPr>
        <p:spPr>
          <a:xfrm>
            <a:off x="1728592" y="1388825"/>
            <a:ext cx="720069" cy="369332"/>
          </a:xfrm>
          <a:prstGeom prst="rect">
            <a:avLst/>
          </a:prstGeom>
          <a:noFill/>
        </p:spPr>
        <p:txBody>
          <a:bodyPr wrap="none" rtlCol="0">
            <a:spAutoFit/>
          </a:bodyPr>
          <a:lstStyle/>
          <a:p>
            <a:r>
              <a:rPr lang="en-US" b="1" i="1" dirty="0">
                <a:latin typeface="Avenir Black Oblique" panose="02000503020000020003" pitchFamily="2" charset="0"/>
              </a:rPr>
              <a:t>Prior</a:t>
            </a:r>
          </a:p>
        </p:txBody>
      </p:sp>
      <p:sp>
        <p:nvSpPr>
          <p:cNvPr id="10" name="TextBox 9">
            <a:extLst>
              <a:ext uri="{FF2B5EF4-FFF2-40B4-BE49-F238E27FC236}">
                <a16:creationId xmlns:a16="http://schemas.microsoft.com/office/drawing/2014/main" id="{4A2B83A7-502B-A247-BF8F-A3E2437A57E7}"/>
              </a:ext>
            </a:extLst>
          </p:cNvPr>
          <p:cNvSpPr txBox="1"/>
          <p:nvPr/>
        </p:nvSpPr>
        <p:spPr>
          <a:xfrm>
            <a:off x="6172200" y="1388825"/>
            <a:ext cx="1022075" cy="369332"/>
          </a:xfrm>
          <a:prstGeom prst="rect">
            <a:avLst/>
          </a:prstGeom>
          <a:noFill/>
        </p:spPr>
        <p:txBody>
          <a:bodyPr wrap="none" rtlCol="0">
            <a:spAutoFit/>
          </a:bodyPr>
          <a:lstStyle/>
          <a:p>
            <a:r>
              <a:rPr lang="en-US" b="1" i="1" dirty="0">
                <a:latin typeface="Avenir Black Oblique" panose="02000503020000020003" pitchFamily="2" charset="0"/>
              </a:rPr>
              <a:t>Current</a:t>
            </a:r>
          </a:p>
        </p:txBody>
      </p:sp>
    </p:spTree>
    <p:extLst>
      <p:ext uri="{BB962C8B-B14F-4D97-AF65-F5344CB8AC3E}">
        <p14:creationId xmlns:p14="http://schemas.microsoft.com/office/powerpoint/2010/main" val="16428170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D0468C-9F45-8742-8664-04196DB4ECB8}"/>
              </a:ext>
            </a:extLst>
          </p:cNvPr>
          <p:cNvSpPr>
            <a:spLocks noGrp="1"/>
          </p:cNvSpPr>
          <p:nvPr>
            <p:ph type="title"/>
          </p:nvPr>
        </p:nvSpPr>
        <p:spPr/>
        <p:txBody>
          <a:bodyPr/>
          <a:lstStyle/>
          <a:p>
            <a:r>
              <a:rPr lang="en-US" b="1" dirty="0">
                <a:solidFill>
                  <a:srgbClr val="00B050"/>
                </a:solidFill>
                <a:latin typeface="Avenir Black" panose="02000503020000020003" pitchFamily="2" charset="0"/>
              </a:rPr>
              <a:t>Summary of Research Projects</a:t>
            </a:r>
          </a:p>
        </p:txBody>
      </p:sp>
      <p:sp>
        <p:nvSpPr>
          <p:cNvPr id="6" name="Content Placeholder 5">
            <a:extLst>
              <a:ext uri="{FF2B5EF4-FFF2-40B4-BE49-F238E27FC236}">
                <a16:creationId xmlns:a16="http://schemas.microsoft.com/office/drawing/2014/main" id="{620299C4-912D-E04B-B5BC-26A4CD022108}"/>
              </a:ext>
            </a:extLst>
          </p:cNvPr>
          <p:cNvSpPr>
            <a:spLocks noGrp="1"/>
          </p:cNvSpPr>
          <p:nvPr>
            <p:ph idx="1"/>
          </p:nvPr>
        </p:nvSpPr>
        <p:spPr/>
        <p:txBody>
          <a:bodyPr/>
          <a:lstStyle/>
          <a:p>
            <a:r>
              <a:rPr lang="en-US" dirty="0"/>
              <a:t>Project 1: Agency | Title | Duration</a:t>
            </a:r>
          </a:p>
          <a:p>
            <a:r>
              <a:rPr lang="en-US" dirty="0"/>
              <a:t>Project 2</a:t>
            </a:r>
          </a:p>
          <a:p>
            <a:r>
              <a:rPr lang="en-US" dirty="0"/>
              <a:t>Project 3 </a:t>
            </a:r>
          </a:p>
          <a:p>
            <a:endParaRPr lang="en-US" dirty="0"/>
          </a:p>
        </p:txBody>
      </p:sp>
    </p:spTree>
    <p:extLst>
      <p:ext uri="{BB962C8B-B14F-4D97-AF65-F5344CB8AC3E}">
        <p14:creationId xmlns:p14="http://schemas.microsoft.com/office/powerpoint/2010/main" val="7602956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9" name="Rectangle 5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4" name="Rectangle 6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63" name="Rectangle 6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itle 4">
            <a:extLst>
              <a:ext uri="{FF2B5EF4-FFF2-40B4-BE49-F238E27FC236}">
                <a16:creationId xmlns:a16="http://schemas.microsoft.com/office/drawing/2014/main" id="{474E665E-6F11-9E41-B865-2C0EBBF7E08B}"/>
              </a:ext>
            </a:extLst>
          </p:cNvPr>
          <p:cNvSpPr>
            <a:spLocks noGrp="1"/>
          </p:cNvSpPr>
          <p:nvPr>
            <p:ph type="title"/>
          </p:nvPr>
        </p:nvSpPr>
        <p:spPr>
          <a:xfrm>
            <a:off x="1115568" y="548640"/>
            <a:ext cx="10168128" cy="1179576"/>
          </a:xfrm>
        </p:spPr>
        <p:txBody>
          <a:bodyPr>
            <a:normAutofit/>
          </a:bodyPr>
          <a:lstStyle/>
          <a:p>
            <a:r>
              <a:rPr lang="en-US" sz="4000" b="1" dirty="0">
                <a:solidFill>
                  <a:srgbClr val="00B050"/>
                </a:solidFill>
                <a:latin typeface="Avenir Black" panose="02000503020000020003" pitchFamily="2" charset="0"/>
              </a:rPr>
              <a:t>Project Title</a:t>
            </a:r>
          </a:p>
        </p:txBody>
      </p:sp>
      <p:sp>
        <p:nvSpPr>
          <p:cNvPr id="65" name="Rectangle 6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1" name="Content Placeholder 5">
            <a:extLst>
              <a:ext uri="{FF2B5EF4-FFF2-40B4-BE49-F238E27FC236}">
                <a16:creationId xmlns:a16="http://schemas.microsoft.com/office/drawing/2014/main" id="{BCA8A4B1-C039-4B4E-98BC-C0544D72A134}"/>
              </a:ext>
            </a:extLst>
          </p:cNvPr>
          <p:cNvSpPr>
            <a:spLocks noGrp="1"/>
          </p:cNvSpPr>
          <p:nvPr>
            <p:ph idx="1"/>
          </p:nvPr>
        </p:nvSpPr>
        <p:spPr>
          <a:xfrm>
            <a:off x="558209" y="2481943"/>
            <a:ext cx="10725487" cy="3695020"/>
          </a:xfrm>
        </p:spPr>
        <p:txBody>
          <a:bodyPr>
            <a:normAutofit/>
          </a:bodyPr>
          <a:lstStyle/>
          <a:p>
            <a:pPr>
              <a:buFont typeface="Courier New" panose="02070309020205020404" pitchFamily="49" charset="0"/>
              <a:buChar char="o"/>
            </a:pPr>
            <a:r>
              <a:rPr lang="en-US" sz="2200" dirty="0"/>
              <a:t> Challenge/Problem: </a:t>
            </a:r>
          </a:p>
          <a:p>
            <a:pPr>
              <a:buFont typeface="Courier New" panose="02070309020205020404" pitchFamily="49" charset="0"/>
              <a:buChar char="o"/>
            </a:pPr>
            <a:r>
              <a:rPr lang="en-US" sz="2200" dirty="0"/>
              <a:t> Solution/Key Innovation:</a:t>
            </a:r>
          </a:p>
          <a:p>
            <a:pPr>
              <a:buFont typeface="Courier New" panose="02070309020205020404" pitchFamily="49" charset="0"/>
              <a:buChar char="o"/>
            </a:pPr>
            <a:r>
              <a:rPr lang="en-US" sz="2200" dirty="0"/>
              <a:t> Outcomes/Key Findings </a:t>
            </a:r>
          </a:p>
        </p:txBody>
      </p:sp>
    </p:spTree>
    <p:extLst>
      <p:ext uri="{BB962C8B-B14F-4D97-AF65-F5344CB8AC3E}">
        <p14:creationId xmlns:p14="http://schemas.microsoft.com/office/powerpoint/2010/main" val="41216104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9" name="Rectangle 5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4" name="Rectangle 6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63" name="Rectangle 6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itle 4">
            <a:extLst>
              <a:ext uri="{FF2B5EF4-FFF2-40B4-BE49-F238E27FC236}">
                <a16:creationId xmlns:a16="http://schemas.microsoft.com/office/drawing/2014/main" id="{474E665E-6F11-9E41-B865-2C0EBBF7E08B}"/>
              </a:ext>
            </a:extLst>
          </p:cNvPr>
          <p:cNvSpPr>
            <a:spLocks noGrp="1"/>
          </p:cNvSpPr>
          <p:nvPr>
            <p:ph type="title"/>
          </p:nvPr>
        </p:nvSpPr>
        <p:spPr>
          <a:xfrm>
            <a:off x="1115568" y="548640"/>
            <a:ext cx="10168128" cy="1179576"/>
          </a:xfrm>
        </p:spPr>
        <p:txBody>
          <a:bodyPr>
            <a:normAutofit/>
          </a:bodyPr>
          <a:lstStyle/>
          <a:p>
            <a:r>
              <a:rPr lang="en-US" sz="4000" b="1" dirty="0">
                <a:solidFill>
                  <a:srgbClr val="00B050"/>
                </a:solidFill>
                <a:latin typeface="Avenir Black" panose="02000503020000020003" pitchFamily="2" charset="0"/>
              </a:rPr>
              <a:t>Project Title</a:t>
            </a:r>
          </a:p>
        </p:txBody>
      </p:sp>
      <p:sp>
        <p:nvSpPr>
          <p:cNvPr id="65" name="Rectangle 6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1" name="Content Placeholder 5">
            <a:extLst>
              <a:ext uri="{FF2B5EF4-FFF2-40B4-BE49-F238E27FC236}">
                <a16:creationId xmlns:a16="http://schemas.microsoft.com/office/drawing/2014/main" id="{BCA8A4B1-C039-4B4E-98BC-C0544D72A134}"/>
              </a:ext>
            </a:extLst>
          </p:cNvPr>
          <p:cNvSpPr>
            <a:spLocks noGrp="1"/>
          </p:cNvSpPr>
          <p:nvPr>
            <p:ph idx="1"/>
          </p:nvPr>
        </p:nvSpPr>
        <p:spPr>
          <a:xfrm>
            <a:off x="558209" y="2481943"/>
            <a:ext cx="10725487" cy="3695020"/>
          </a:xfrm>
        </p:spPr>
        <p:txBody>
          <a:bodyPr>
            <a:normAutofit/>
          </a:bodyPr>
          <a:lstStyle/>
          <a:p>
            <a:pPr>
              <a:buFont typeface="Courier New" panose="02070309020205020404" pitchFamily="49" charset="0"/>
              <a:buChar char="o"/>
            </a:pPr>
            <a:r>
              <a:rPr lang="en-US" sz="2200" dirty="0"/>
              <a:t> Challenge/Problem: </a:t>
            </a:r>
          </a:p>
          <a:p>
            <a:pPr>
              <a:buFont typeface="Courier New" panose="02070309020205020404" pitchFamily="49" charset="0"/>
              <a:buChar char="o"/>
            </a:pPr>
            <a:r>
              <a:rPr lang="en-US" sz="2200" dirty="0"/>
              <a:t> Solution/Key Innovation:</a:t>
            </a:r>
          </a:p>
          <a:p>
            <a:pPr>
              <a:buFont typeface="Courier New" panose="02070309020205020404" pitchFamily="49" charset="0"/>
              <a:buChar char="o"/>
            </a:pPr>
            <a:r>
              <a:rPr lang="en-US" sz="2200" dirty="0"/>
              <a:t> Outcomes/Key Findings </a:t>
            </a:r>
          </a:p>
        </p:txBody>
      </p:sp>
    </p:spTree>
    <p:extLst>
      <p:ext uri="{BB962C8B-B14F-4D97-AF65-F5344CB8AC3E}">
        <p14:creationId xmlns:p14="http://schemas.microsoft.com/office/powerpoint/2010/main" val="36225343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9" name="Rectangle 5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4" name="Rectangle 6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63" name="Rectangle 6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itle 4">
            <a:extLst>
              <a:ext uri="{FF2B5EF4-FFF2-40B4-BE49-F238E27FC236}">
                <a16:creationId xmlns:a16="http://schemas.microsoft.com/office/drawing/2014/main" id="{474E665E-6F11-9E41-B865-2C0EBBF7E08B}"/>
              </a:ext>
            </a:extLst>
          </p:cNvPr>
          <p:cNvSpPr>
            <a:spLocks noGrp="1"/>
          </p:cNvSpPr>
          <p:nvPr>
            <p:ph type="title"/>
          </p:nvPr>
        </p:nvSpPr>
        <p:spPr>
          <a:xfrm>
            <a:off x="1115568" y="548640"/>
            <a:ext cx="10168128" cy="1179576"/>
          </a:xfrm>
        </p:spPr>
        <p:txBody>
          <a:bodyPr>
            <a:normAutofit/>
          </a:bodyPr>
          <a:lstStyle/>
          <a:p>
            <a:r>
              <a:rPr lang="en-US" sz="4000" b="1" dirty="0">
                <a:solidFill>
                  <a:srgbClr val="00B050"/>
                </a:solidFill>
                <a:latin typeface="Avenir Black" panose="02000503020000020003" pitchFamily="2" charset="0"/>
              </a:rPr>
              <a:t>Research Roadmap (planned)</a:t>
            </a:r>
          </a:p>
        </p:txBody>
      </p:sp>
      <p:sp>
        <p:nvSpPr>
          <p:cNvPr id="65" name="Rectangle 6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1" name="Content Placeholder 5">
            <a:extLst>
              <a:ext uri="{FF2B5EF4-FFF2-40B4-BE49-F238E27FC236}">
                <a16:creationId xmlns:a16="http://schemas.microsoft.com/office/drawing/2014/main" id="{BCA8A4B1-C039-4B4E-98BC-C0544D72A134}"/>
              </a:ext>
            </a:extLst>
          </p:cNvPr>
          <p:cNvSpPr>
            <a:spLocks noGrp="1"/>
          </p:cNvSpPr>
          <p:nvPr>
            <p:ph idx="1"/>
          </p:nvPr>
        </p:nvSpPr>
        <p:spPr>
          <a:xfrm>
            <a:off x="566928" y="2481943"/>
            <a:ext cx="10716768" cy="3695020"/>
          </a:xfrm>
        </p:spPr>
        <p:txBody>
          <a:bodyPr>
            <a:normAutofit/>
          </a:bodyPr>
          <a:lstStyle/>
          <a:p>
            <a:pPr>
              <a:buFont typeface="Courier New" panose="02070309020205020404" pitchFamily="49" charset="0"/>
              <a:buChar char="o"/>
            </a:pPr>
            <a:r>
              <a:rPr lang="en-US" sz="2200" dirty="0">
                <a:latin typeface="Avenir Medium" panose="02000503020000020003" pitchFamily="2" charset="0"/>
              </a:rPr>
              <a:t>Problems/Areas you want to tackle</a:t>
            </a:r>
          </a:p>
          <a:p>
            <a:pPr>
              <a:buFont typeface="Courier New" panose="02070309020205020404" pitchFamily="49" charset="0"/>
              <a:buChar char="o"/>
            </a:pPr>
            <a:r>
              <a:rPr lang="en-US" sz="2200" dirty="0">
                <a:latin typeface="Avenir Medium" panose="02000503020000020003" pitchFamily="2" charset="0"/>
              </a:rPr>
              <a:t>Tools/Theories/Methods you want to explore </a:t>
            </a:r>
          </a:p>
          <a:p>
            <a:pPr>
              <a:buFont typeface="Courier New" panose="02070309020205020404" pitchFamily="49" charset="0"/>
              <a:buChar char="o"/>
            </a:pPr>
            <a:r>
              <a:rPr lang="en-US" sz="2200" dirty="0">
                <a:latin typeface="Avenir Medium" panose="02000503020000020003" pitchFamily="2" charset="0"/>
              </a:rPr>
              <a:t>Outcomes/Goals you wish to achieve</a:t>
            </a:r>
          </a:p>
        </p:txBody>
      </p:sp>
    </p:spTree>
    <p:extLst>
      <p:ext uri="{BB962C8B-B14F-4D97-AF65-F5344CB8AC3E}">
        <p14:creationId xmlns:p14="http://schemas.microsoft.com/office/powerpoint/2010/main" val="25175814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TotalTime>
  <Words>180</Words>
  <Application>Microsoft Macintosh PowerPoint</Application>
  <PresentationFormat>Widescreen</PresentationFormat>
  <Paragraphs>39</Paragraphs>
  <Slides>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Arial</vt:lpstr>
      <vt:lpstr>Avenir Black</vt:lpstr>
      <vt:lpstr>Avenir Black Oblique</vt:lpstr>
      <vt:lpstr>Avenir Medium</vt:lpstr>
      <vt:lpstr>Calibri</vt:lpstr>
      <vt:lpstr>Calibri Light</vt:lpstr>
      <vt:lpstr>Courier New</vt:lpstr>
      <vt:lpstr>Office Theme</vt:lpstr>
      <vt:lpstr>Dr. Jane Doe  </vt:lpstr>
      <vt:lpstr>Profile</vt:lpstr>
      <vt:lpstr>Areas of Expertise/Interest</vt:lpstr>
      <vt:lpstr>Summary of Research Projects</vt:lpstr>
      <vt:lpstr>Project Title</vt:lpstr>
      <vt:lpstr>Project Title</vt:lpstr>
      <vt:lpstr>Research Roadmap (planned)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Jane Doe  </dc:title>
  <dc:creator>Kavasseri, Rajesh</dc:creator>
  <cp:lastModifiedBy>Kavasseri, Rajesh</cp:lastModifiedBy>
  <cp:revision>4</cp:revision>
  <dcterms:created xsi:type="dcterms:W3CDTF">2020-11-10T17:10:08Z</dcterms:created>
  <dcterms:modified xsi:type="dcterms:W3CDTF">2020-11-10T17:45:43Z</dcterms:modified>
</cp:coreProperties>
</file>